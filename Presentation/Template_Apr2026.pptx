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3B39729-F987-BFE5-5C84-52919877FBC7}" name="Weigel, Garret (DI SW MNDX GRW PRODMK PMM-2)" initials="WP" userId="S::garret.weigel@siemens.com::43520fff-afe2-4938-86c8-17eebacd13d5" providerId="AD"/>
  <p188:author id="{8B40DA4C-E515-5007-AB2C-FC18D20CD7D3}" name="Watts, Steve (DI SW GS&amp;CS MXRM SE EMBMT)" initials="" userId="S::steve.watts@siemens.com::affe7204-0afa-4d2e-8567-29410a5bafc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ryn Minock" initials="KM" lastIdx="8" clrIdx="0">
    <p:extLst>
      <p:ext uri="{19B8F6BF-5375-455C-9EA6-DF929625EA0E}">
        <p15:presenceInfo xmlns:p15="http://schemas.microsoft.com/office/powerpoint/2012/main" userId="S::kathryn.minock@challengerinc.com::4372512e-1e4e-4e46-b979-b3a262d893ee" providerId="AD"/>
      </p:ext>
    </p:extLst>
  </p:cmAuthor>
  <p:cmAuthor id="2" name="Rebecca Gallogly" initials="RG" lastIdx="8" clrIdx="1">
    <p:extLst>
      <p:ext uri="{19B8F6BF-5375-455C-9EA6-DF929625EA0E}">
        <p15:presenceInfo xmlns:p15="http://schemas.microsoft.com/office/powerpoint/2012/main" userId="S::Rebecca.Gallogly@ChallengerInc.com::0872ee38-2da5-4715-84e0-25368cbde3ad" providerId="AD"/>
      </p:ext>
    </p:extLst>
  </p:cmAuthor>
  <p:cmAuthor id="3" name="Becky Abraham" initials="BA" lastIdx="5" clrIdx="2">
    <p:extLst>
      <p:ext uri="{19B8F6BF-5375-455C-9EA6-DF929625EA0E}">
        <p15:presenceInfo xmlns:p15="http://schemas.microsoft.com/office/powerpoint/2012/main" userId="S::Becky.Abraham@ChallengerInc.com::e8d4631b-3599-4ccd-825a-8e3e15c83e40" providerId="AD"/>
      </p:ext>
    </p:extLst>
  </p:cmAuthor>
  <p:cmAuthor id="4" name="Michael Randazzo" initials="MR" lastIdx="8" clrIdx="3">
    <p:extLst>
      <p:ext uri="{19B8F6BF-5375-455C-9EA6-DF929625EA0E}">
        <p15:presenceInfo xmlns:p15="http://schemas.microsoft.com/office/powerpoint/2012/main" userId="S::Michael.Randazzo@ChallengerInc.com::47591eee-93ba-49f5-abbd-6474558e13a2" providerId="AD"/>
      </p:ext>
    </p:extLst>
  </p:cmAuthor>
  <p:cmAuthor id="5" name="Will Daniel" initials="WD" lastIdx="5" clrIdx="4">
    <p:extLst>
      <p:ext uri="{19B8F6BF-5375-455C-9EA6-DF929625EA0E}">
        <p15:presenceInfo xmlns:p15="http://schemas.microsoft.com/office/powerpoint/2012/main" userId="S::will.daniel@challengerinc.com::cd1c9d22-c3b4-440c-aa59-80628453c5d8" providerId="AD"/>
      </p:ext>
    </p:extLst>
  </p:cmAuthor>
  <p:cmAuthor id="6" name="Lauren Francati" initials="LF" lastIdx="2" clrIdx="5">
    <p:extLst>
      <p:ext uri="{19B8F6BF-5375-455C-9EA6-DF929625EA0E}">
        <p15:presenceInfo xmlns:p15="http://schemas.microsoft.com/office/powerpoint/2012/main" userId="S::Lauren.Francati@ChallengerInc.com::3e05d6c2-ece1-4463-8126-237eca6b819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000"/>
    <a:srgbClr val="000000"/>
    <a:srgbClr val="BFBFBF"/>
    <a:srgbClr val="009999"/>
    <a:srgbClr val="9AC2F7"/>
    <a:srgbClr val="CFFF0E"/>
    <a:srgbClr val="D0FF0F"/>
    <a:srgbClr val="FF5000"/>
    <a:srgbClr val="77C4DB"/>
    <a:srgbClr val="F4F4F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386E63-98B7-4918-B9EB-11D053906AA6}" v="832" dt="2026-04-16T05:32:40.781"/>
    <p1510:client id="{E189DD76-70AD-6E4A-AD37-A2097334C07A}" v="446" dt="2026-04-16T06:44:50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796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160895-7C55-415C-A153-F98A9FB51A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CF9F62-3A32-4436-9EC5-BA72558A60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7FDAC-B275-4BD1-A9AE-3D37D5BB1AE2}" type="datetimeFigureOut">
              <a:rPr lang="en-US" smtClean="0">
                <a:latin typeface="Arial" panose="020B0604020202020204" pitchFamily="34" charset="0"/>
              </a:rPr>
              <a:t>5/18/2026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C4F58-0DDC-457D-AF99-1C331C9072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93B53-941A-4FBE-9D53-8ED1E938E9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A25E5-FFBE-41A6-8868-B3607C20935A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935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9E0E15F4-673B-436E-A4F4-8C40F6225CFC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712CB5A0-67DD-4063-BD1D-AC2E6D86DE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4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background with lines&#10;&#10;AI-generated content may be incorrect.">
            <a:extLst>
              <a:ext uri="{FF2B5EF4-FFF2-40B4-BE49-F238E27FC236}">
                <a16:creationId xmlns:a16="http://schemas.microsoft.com/office/drawing/2014/main" id="{EC1AFAF1-FC65-C7B5-9E30-B7594B5E6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Color Stage">
            <a:extLst>
              <a:ext uri="{FF2B5EF4-FFF2-40B4-BE49-F238E27FC236}">
                <a16:creationId xmlns:a16="http://schemas.microsoft.com/office/drawing/2014/main" id="{197CC085-F98A-0BCB-F7D2-9BBC65FD5D02}"/>
              </a:ext>
            </a:extLst>
          </p:cNvPr>
          <p:cNvSpPr/>
          <p:nvPr userDrawn="1"/>
        </p:nvSpPr>
        <p:spPr>
          <a:xfrm rot="5400000">
            <a:off x="1333500" y="-1342643"/>
            <a:ext cx="6858000" cy="9525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Siemens Logo" descr="Siemens logo">
            <a:extLst>
              <a:ext uri="{FF2B5EF4-FFF2-40B4-BE49-F238E27FC236}">
                <a16:creationId xmlns:a16="http://schemas.microsoft.com/office/drawing/2014/main" id="{B44EA1F6-7329-179F-E846-C760AE1CBA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3" name="Title" descr="Title of the chapter">
            <a:extLst>
              <a:ext uri="{FF2B5EF4-FFF2-40B4-BE49-F238E27FC236}">
                <a16:creationId xmlns:a16="http://schemas.microsoft.com/office/drawing/2014/main" id="{1DB4D34C-2E59-133D-B8B8-1F5D4B261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5270"/>
            <a:ext cx="7206552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Reg, 80 pt</a:t>
            </a:r>
          </a:p>
        </p:txBody>
      </p:sp>
      <p:sp>
        <p:nvSpPr>
          <p:cNvPr id="14" name="Subhead" descr="Subtitle of the chapter">
            <a:extLst>
              <a:ext uri="{FF2B5EF4-FFF2-40B4-BE49-F238E27FC236}">
                <a16:creationId xmlns:a16="http://schemas.microsoft.com/office/drawing/2014/main" id="{E362BFCA-EE9D-A149-2755-84BCE460FE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7481"/>
            <a:ext cx="7205789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01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background with lines&#10;&#10;AI-generated content may be incorrect.">
            <a:extLst>
              <a:ext uri="{FF2B5EF4-FFF2-40B4-BE49-F238E27FC236}">
                <a16:creationId xmlns:a16="http://schemas.microsoft.com/office/drawing/2014/main" id="{26914BBB-ACB3-AEED-8754-3E74456574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olor Stage">
            <a:extLst>
              <a:ext uri="{FF2B5EF4-FFF2-40B4-BE49-F238E27FC236}">
                <a16:creationId xmlns:a16="http://schemas.microsoft.com/office/drawing/2014/main" id="{864CD8FB-7A87-D848-82AE-1C8AA469CCE3}"/>
              </a:ext>
            </a:extLst>
          </p:cNvPr>
          <p:cNvSpPr/>
          <p:nvPr userDrawn="1"/>
        </p:nvSpPr>
        <p:spPr>
          <a:xfrm rot="5400000">
            <a:off x="1333500" y="-1342643"/>
            <a:ext cx="6858000" cy="9525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658476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6583997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6E9E2ED3-6866-E987-8504-852348D575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368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7115112" cy="2462592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7114278" cy="193041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Siemens Logo" descr="Siemens logo">
            <a:extLst>
              <a:ext uri="{FF2B5EF4-FFF2-40B4-BE49-F238E27FC236}">
                <a16:creationId xmlns:a16="http://schemas.microsoft.com/office/drawing/2014/main" id="{8CBDAB2E-1EED-DB17-E12B-93F6BA6985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126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BAE74A-A923-496E-C4B4-0ED7C1810F70}"/>
              </a:ext>
            </a:extLst>
          </p:cNvPr>
          <p:cNvSpPr/>
          <p:nvPr userDrawn="1"/>
        </p:nvSpPr>
        <p:spPr>
          <a:xfrm>
            <a:off x="7628" y="0"/>
            <a:ext cx="1218437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0765B92-0BCD-4EF1-D28B-B24A95F619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5D215686-E489-18E8-22D9-07EDE679F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Siemens Logo">
            <a:extLst>
              <a:ext uri="{FF2B5EF4-FFF2-40B4-BE49-F238E27FC236}">
                <a16:creationId xmlns:a16="http://schemas.microsoft.com/office/drawing/2014/main" id="{B6E5E94F-666B-7236-F8D2-AF2945E13FC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614022" y="6418800"/>
            <a:ext cx="1172377" cy="186407"/>
          </a:xfrm>
          <a:prstGeom prst="rect">
            <a:avLst/>
          </a:prstGeom>
        </p:spPr>
      </p:pic>
      <p:sp>
        <p:nvSpPr>
          <p:cNvPr id="17" name="Title" descr="Title of the chapter">
            <a:extLst>
              <a:ext uri="{FF2B5EF4-FFF2-40B4-BE49-F238E27FC236}">
                <a16:creationId xmlns:a16="http://schemas.microsoft.com/office/drawing/2014/main" id="{4372EEEC-3C41-2F43-4520-B14923DF1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5270"/>
            <a:ext cx="7206552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Reg, 80 pt</a:t>
            </a:r>
          </a:p>
        </p:txBody>
      </p:sp>
      <p:sp>
        <p:nvSpPr>
          <p:cNvPr id="18" name="Subhead" descr="Subtitle of the chapter">
            <a:extLst>
              <a:ext uri="{FF2B5EF4-FFF2-40B4-BE49-F238E27FC236}">
                <a16:creationId xmlns:a16="http://schemas.microsoft.com/office/drawing/2014/main" id="{F74E98F7-11C5-E38A-2487-5938ACB6D4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7481"/>
            <a:ext cx="7205789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1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title color 8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EC5F36D-CDD0-E2A1-7E12-76E74F4110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olor Stage">
            <a:extLst>
              <a:ext uri="{FF2B5EF4-FFF2-40B4-BE49-F238E27FC236}">
                <a16:creationId xmlns:a16="http://schemas.microsoft.com/office/drawing/2014/main" id="{E9FAE033-4364-AD2E-D78D-3A6A8B690D3B}"/>
              </a:ext>
            </a:extLst>
          </p:cNvPr>
          <p:cNvSpPr/>
          <p:nvPr userDrawn="1"/>
        </p:nvSpPr>
        <p:spPr>
          <a:xfrm rot="5400000">
            <a:off x="2667000" y="-2676143"/>
            <a:ext cx="6858000" cy="12192000"/>
          </a:xfrm>
          <a:prstGeom prst="rect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bg2">
                  <a:alpha val="0"/>
                </a:schemeClr>
              </a:gs>
              <a:gs pos="82000">
                <a:schemeClr val="bg2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17" name="Title" descr="Title of the chapter">
            <a:extLst>
              <a:ext uri="{FF2B5EF4-FFF2-40B4-BE49-F238E27FC236}">
                <a16:creationId xmlns:a16="http://schemas.microsoft.com/office/drawing/2014/main" id="{4372EEEC-3C41-2F43-4520-B14923DF1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5270"/>
            <a:ext cx="7206552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Reg, 80 pt</a:t>
            </a:r>
          </a:p>
        </p:txBody>
      </p:sp>
      <p:sp>
        <p:nvSpPr>
          <p:cNvPr id="18" name="Subhead" descr="Subtitle of the chapter">
            <a:extLst>
              <a:ext uri="{FF2B5EF4-FFF2-40B4-BE49-F238E27FC236}">
                <a16:creationId xmlns:a16="http://schemas.microsoft.com/office/drawing/2014/main" id="{F74E98F7-11C5-E38A-2487-5938ACB6D4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7481"/>
            <a:ext cx="7205789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bg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2" name="Siemens Logo">
            <a:extLst>
              <a:ext uri="{FF2B5EF4-FFF2-40B4-BE49-F238E27FC236}">
                <a16:creationId xmlns:a16="http://schemas.microsoft.com/office/drawing/2014/main" id="{0EA4FA29-8F1E-178F-1C7B-9C2CABC036A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14022" y="6418995"/>
            <a:ext cx="1172377" cy="186017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1114AAE-F28E-69B2-2DD5-8417E1552D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77306CB9-0108-8519-C20D-A4952E8FB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49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title color 6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DF9D846-65CB-D338-134F-D1DEA23AF5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olor Stage">
            <a:extLst>
              <a:ext uri="{FF2B5EF4-FFF2-40B4-BE49-F238E27FC236}">
                <a16:creationId xmlns:a16="http://schemas.microsoft.com/office/drawing/2014/main" id="{B86F8288-C096-6D65-27CB-A0AD75D8FA21}"/>
              </a:ext>
            </a:extLst>
          </p:cNvPr>
          <p:cNvSpPr/>
          <p:nvPr userDrawn="1"/>
        </p:nvSpPr>
        <p:spPr>
          <a:xfrm rot="5400000">
            <a:off x="2667000" y="-2676143"/>
            <a:ext cx="6858000" cy="12192000"/>
          </a:xfrm>
          <a:prstGeom prst="rect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bg2">
                  <a:alpha val="0"/>
                </a:schemeClr>
              </a:gs>
              <a:gs pos="82000">
                <a:schemeClr val="bg2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pic>
        <p:nvPicPr>
          <p:cNvPr id="3" name="Siemens Logo">
            <a:extLst>
              <a:ext uri="{FF2B5EF4-FFF2-40B4-BE49-F238E27FC236}">
                <a16:creationId xmlns:a16="http://schemas.microsoft.com/office/drawing/2014/main" id="{AEDD10DC-A970-D731-2CAD-E556E116F5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14022" y="6418995"/>
            <a:ext cx="1172377" cy="186017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F49CA99-52D5-187A-B846-E68E615BBA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BCAD7F-C96F-4EFB-F93B-D8B668E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" descr="Title of the chapter">
            <a:extLst>
              <a:ext uri="{FF2B5EF4-FFF2-40B4-BE49-F238E27FC236}">
                <a16:creationId xmlns:a16="http://schemas.microsoft.com/office/drawing/2014/main" id="{8E39F808-3224-1CDB-92AF-615F2D120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658476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16" name="Subhead" descr="Subtitle of the chapter">
            <a:extLst>
              <a:ext uri="{FF2B5EF4-FFF2-40B4-BE49-F238E27FC236}">
                <a16:creationId xmlns:a16="http://schemas.microsoft.com/office/drawing/2014/main" id="{FE7EC9AC-BE52-3918-E39A-EF1ED28BB1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6583997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bg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15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title color 4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EC37758-5BA6-E157-0376-9578562EEB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lor Stage">
            <a:extLst>
              <a:ext uri="{FF2B5EF4-FFF2-40B4-BE49-F238E27FC236}">
                <a16:creationId xmlns:a16="http://schemas.microsoft.com/office/drawing/2014/main" id="{32A70B20-CFE9-6934-A8BE-2B1341BD0683}"/>
              </a:ext>
            </a:extLst>
          </p:cNvPr>
          <p:cNvSpPr/>
          <p:nvPr userDrawn="1"/>
        </p:nvSpPr>
        <p:spPr>
          <a:xfrm rot="5400000">
            <a:off x="2667000" y="-2676143"/>
            <a:ext cx="6858000" cy="12192000"/>
          </a:xfrm>
          <a:prstGeom prst="rect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bg2">
                  <a:alpha val="0"/>
                </a:schemeClr>
              </a:gs>
              <a:gs pos="82000">
                <a:schemeClr val="bg2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1C2A38A3-E0F2-965A-DC41-FE5C5B5F55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14022" y="6418995"/>
            <a:ext cx="1172377" cy="186017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084284B-98AA-18C9-BCD0-DF5879E4AB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3114168E-E7B2-610F-4D3F-D638D1455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" descr="Title of the chapter">
            <a:extLst>
              <a:ext uri="{FF2B5EF4-FFF2-40B4-BE49-F238E27FC236}">
                <a16:creationId xmlns:a16="http://schemas.microsoft.com/office/drawing/2014/main" id="{10D4B051-6613-257B-475E-EEFC56BA3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7115112" cy="2462592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16" name="Subhead" descr="Subtitle of the chapter">
            <a:extLst>
              <a:ext uri="{FF2B5EF4-FFF2-40B4-BE49-F238E27FC236}">
                <a16:creationId xmlns:a16="http://schemas.microsoft.com/office/drawing/2014/main" id="{420DD9BD-070A-7B2B-6E9E-6F9FA601A0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7114278" cy="193041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bg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67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black background with lines&#10;&#10;AI-generated content may be incorrect.">
            <a:extLst>
              <a:ext uri="{FF2B5EF4-FFF2-40B4-BE49-F238E27FC236}">
                <a16:creationId xmlns:a16="http://schemas.microsoft.com/office/drawing/2014/main" id="{71FA175B-A765-B760-7026-E05FFC8947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Color Stage">
            <a:extLst>
              <a:ext uri="{FF2B5EF4-FFF2-40B4-BE49-F238E27FC236}">
                <a16:creationId xmlns:a16="http://schemas.microsoft.com/office/drawing/2014/main" id="{D28447A5-2FD2-F20D-9791-B59C1D4E0BA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33000"/>
                </a:schemeClr>
              </a:gs>
              <a:gs pos="56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Siemens Logo" descr="Siemens logo">
            <a:extLst>
              <a:ext uri="{FF2B5EF4-FFF2-40B4-BE49-F238E27FC236}">
                <a16:creationId xmlns:a16="http://schemas.microsoft.com/office/drawing/2014/main" id="{8CBDAB2E-1EED-DB17-E12B-93F6BA6985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3" name="Title" descr="Slide headline">
            <a:extLst>
              <a:ext uri="{FF2B5EF4-FFF2-40B4-BE49-F238E27FC236}">
                <a16:creationId xmlns:a16="http://schemas.microsoft.com/office/drawing/2014/main" id="{FC9F86BE-3758-FEE8-A398-FF0C36A8BB69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0945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FC6410D-30EE-BAA5-28B9-5EA122208C6E}"/>
              </a:ext>
            </a:extLst>
          </p:cNvPr>
          <p:cNvSpPr/>
          <p:nvPr userDrawn="1"/>
        </p:nvSpPr>
        <p:spPr>
          <a:xfrm>
            <a:off x="0" y="0"/>
            <a:ext cx="12192000" cy="616743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18 pt</a:t>
            </a:r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5" name="Siemens Logo" descr="Siemens logo">
            <a:extLst>
              <a:ext uri="{FF2B5EF4-FFF2-40B4-BE49-F238E27FC236}">
                <a16:creationId xmlns:a16="http://schemas.microsoft.com/office/drawing/2014/main" id="{21420DEF-2A54-BAB1-10CF-CDA3AB2BE0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4AE0D15-2B53-B1EB-65DB-C0A03BA7AD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6BC4ECDB-1D36-BA44-0386-0BF95C0F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57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C18F903-9A1E-CF7B-2335-5DF2D646DF94}"/>
              </a:ext>
            </a:extLst>
          </p:cNvPr>
          <p:cNvSpPr/>
          <p:nvPr userDrawn="1"/>
        </p:nvSpPr>
        <p:spPr>
          <a:xfrm>
            <a:off x="0" y="0"/>
            <a:ext cx="12192000" cy="616743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16 pt</a:t>
            </a:r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5" name="Siemens Logo" descr="Siemens logo">
            <a:extLst>
              <a:ext uri="{FF2B5EF4-FFF2-40B4-BE49-F238E27FC236}">
                <a16:creationId xmlns:a16="http://schemas.microsoft.com/office/drawing/2014/main" id="{2726E14F-1E63-A94B-28E5-8165F00EC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9C365FC-EDFE-8A10-70F4-011AAF33DDD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D74D3D05-C487-57AC-5AD8-7913E4926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81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0C1925-9029-B449-1A13-3B23E21CC7C4}"/>
              </a:ext>
            </a:extLst>
          </p:cNvPr>
          <p:cNvSpPr/>
          <p:nvPr userDrawn="1"/>
        </p:nvSpPr>
        <p:spPr>
          <a:xfrm>
            <a:off x="0" y="0"/>
            <a:ext cx="12192000" cy="616743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36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14 pt</a:t>
            </a:r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5" name="Siemens Logo" descr="Siemens logo">
            <a:extLst>
              <a:ext uri="{FF2B5EF4-FFF2-40B4-BE49-F238E27FC236}">
                <a16:creationId xmlns:a16="http://schemas.microsoft.com/office/drawing/2014/main" id="{10092C6B-065B-ED74-E638-947F15110A3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2B099-E2DB-4C78-2418-B0B05EFBD28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5FF418FE-6110-D384-2363-A8CCA293C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1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18 pt</a:t>
            </a:r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5" name="Siemens Logo" descr="Siemens logo">
            <a:extLst>
              <a:ext uri="{FF2B5EF4-FFF2-40B4-BE49-F238E27FC236}">
                <a16:creationId xmlns:a16="http://schemas.microsoft.com/office/drawing/2014/main" id="{3DDC799F-88C0-0F10-E0DC-6ADB5561CCB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A2463123-BBA0-7B35-795E-17FAC51B1D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754AFD2D-EF88-EF80-E628-17874EBEC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09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16 pt</a:t>
            </a:r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5" name="Siemens Logo" descr="Siemens logo">
            <a:extLst>
              <a:ext uri="{FF2B5EF4-FFF2-40B4-BE49-F238E27FC236}">
                <a16:creationId xmlns:a16="http://schemas.microsoft.com/office/drawing/2014/main" id="{36D0F349-7BC5-EBD6-51AB-B7F4EB9D5A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8CC6E06-00E3-D810-BFAE-A99F89587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BFFD5C5D-9DF7-7FFB-1F0D-7A085201E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33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0F638833-9358-4A10-8860-60EC0C65D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36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14 pt</a:t>
            </a:r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5" name="Siemens Logo" descr="Siemens logo">
            <a:extLst>
              <a:ext uri="{FF2B5EF4-FFF2-40B4-BE49-F238E27FC236}">
                <a16:creationId xmlns:a16="http://schemas.microsoft.com/office/drawing/2014/main" id="{3D900FD5-BD71-C0A1-2B5F-12355754B7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C006B0FF-A83E-EA0C-449B-81494B59CB2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1DCC931-775F-36AB-E51D-9D9E8898C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23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D40F92A-C8B6-DC14-1C8D-60F63E5A1977}"/>
              </a:ext>
            </a:extLst>
          </p:cNvPr>
          <p:cNvSpPr/>
          <p:nvPr userDrawn="1"/>
        </p:nvSpPr>
        <p:spPr>
          <a:xfrm>
            <a:off x="0" y="0"/>
            <a:ext cx="12192000" cy="61674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2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bg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18 pt</a:t>
            </a:r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5" name="Siemens Logo" descr="Siemens logo">
            <a:extLst>
              <a:ext uri="{FF2B5EF4-FFF2-40B4-BE49-F238E27FC236}">
                <a16:creationId xmlns:a16="http://schemas.microsoft.com/office/drawing/2014/main" id="{21420DEF-2A54-BAB1-10CF-CDA3AB2BE0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4AE0D15-2B53-B1EB-65DB-C0A03BA7AD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6BC4ECDB-1D36-BA44-0386-0BF95C0F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35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0388616-F35A-5246-3E5C-A087C098E387}"/>
              </a:ext>
            </a:extLst>
          </p:cNvPr>
          <p:cNvSpPr/>
          <p:nvPr userDrawn="1"/>
        </p:nvSpPr>
        <p:spPr>
          <a:xfrm>
            <a:off x="0" y="0"/>
            <a:ext cx="12192000" cy="61674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bg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16 pt</a:t>
            </a:r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5" name="Siemens Logo" descr="Siemens logo">
            <a:extLst>
              <a:ext uri="{FF2B5EF4-FFF2-40B4-BE49-F238E27FC236}">
                <a16:creationId xmlns:a16="http://schemas.microsoft.com/office/drawing/2014/main" id="{2726E14F-1E63-A94B-28E5-8165F00EC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9C365FC-EDFE-8A10-70F4-011AAF33DDD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D74D3D05-C487-57AC-5AD8-7913E4926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25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4438748-5CE1-2198-2D4B-BD8AD008DF67}"/>
              </a:ext>
            </a:extLst>
          </p:cNvPr>
          <p:cNvSpPr/>
          <p:nvPr userDrawn="1"/>
        </p:nvSpPr>
        <p:spPr>
          <a:xfrm>
            <a:off x="0" y="0"/>
            <a:ext cx="12192000" cy="61674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bg2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36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bg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14 pt</a:t>
            </a:r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5" name="Siemens Logo" descr="Siemens logo">
            <a:extLst>
              <a:ext uri="{FF2B5EF4-FFF2-40B4-BE49-F238E27FC236}">
                <a16:creationId xmlns:a16="http://schemas.microsoft.com/office/drawing/2014/main" id="{10092C6B-065B-ED74-E638-947F15110A3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2B099-E2DB-4C78-2418-B0B05EFBD28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5FF418FE-6110-D384-2363-A8CCA293C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64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Full size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" descr="Slide headline">
            <a:extLst>
              <a:ext uri="{FF2B5EF4-FFF2-40B4-BE49-F238E27FC236}">
                <a16:creationId xmlns:a16="http://schemas.microsoft.com/office/drawing/2014/main" id="{3E387871-E646-63B9-7B15-E8B051F4C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1162" y="690562"/>
            <a:ext cx="5236603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1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Full size picture</a:t>
            </a:r>
          </a:p>
        </p:txBody>
      </p:sp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Siemens Logo" descr="Siemens logo">
            <a:extLst>
              <a:ext uri="{FF2B5EF4-FFF2-40B4-BE49-F238E27FC236}">
                <a16:creationId xmlns:a16="http://schemas.microsoft.com/office/drawing/2014/main" id="{004D2631-36EA-872A-76BC-2BA932F0B5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5FA02AEC-5FF8-839E-65F3-7975372CED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1162" y="690562"/>
            <a:ext cx="5236603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53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Thematic picture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>
            <a:lvl1pPr>
              <a:defRPr b="1">
                <a:solidFill>
                  <a:srgbClr val="00C1B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5A725F9C-5B5A-C4EB-8FFD-DB4FE46D3F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1162" y="690562"/>
            <a:ext cx="3891897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1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Thematic picture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>
            <a:lvl1pPr>
              <a:defRPr b="1">
                <a:solidFill>
                  <a:srgbClr val="00C1B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5A725F9C-5B5A-C4EB-8FFD-DB4FE46D3F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1162" y="690562"/>
            <a:ext cx="394568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28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58084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Thematic picture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411162" y="1054100"/>
            <a:ext cx="3744000" cy="5113338"/>
          </a:xfrm>
        </p:spPr>
        <p:txBody>
          <a:bodyPr/>
          <a:lstStyle>
            <a:lvl1pPr>
              <a:defRPr b="1">
                <a:solidFill>
                  <a:srgbClr val="00C1B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5A725F9C-5B5A-C4EB-8FFD-DB4FE46D3F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92002" y="690562"/>
            <a:ext cx="3891897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54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58084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Thematic picture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411162" y="1054100"/>
            <a:ext cx="3744000" cy="5113338"/>
          </a:xfrm>
        </p:spPr>
        <p:txBody>
          <a:bodyPr/>
          <a:lstStyle>
            <a:lvl1pPr>
              <a:defRPr b="1">
                <a:solidFill>
                  <a:srgbClr val="00C1B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5A725F9C-5B5A-C4EB-8FFD-DB4FE46D3F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92002" y="690562"/>
            <a:ext cx="394568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56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" descr="Slide headline">
            <a:extLst>
              <a:ext uri="{FF2B5EF4-FFF2-40B4-BE49-F238E27FC236}">
                <a16:creationId xmlns:a16="http://schemas.microsoft.com/office/drawing/2014/main" id="{A0EB669A-C2EC-A2C4-BA7B-229BD6FEF70E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9841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193CD0-8E45-470A-25B1-9CE5782EAD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Siemens Logo" descr="Siemens logo">
            <a:extLst>
              <a:ext uri="{FF2B5EF4-FFF2-40B4-BE49-F238E27FC236}">
                <a16:creationId xmlns:a16="http://schemas.microsoft.com/office/drawing/2014/main" id="{5C382C69-EE68-4A78-F120-E1E7D340A2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1" name="Title" descr="Slide headline">
            <a:extLst>
              <a:ext uri="{FF2B5EF4-FFF2-40B4-BE49-F238E27FC236}">
                <a16:creationId xmlns:a16="http://schemas.microsoft.com/office/drawing/2014/main" id="{21C28016-90CF-FEF7-2022-B8A966D1FFDF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7194167" cy="57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4732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Siemens Logo" descr="Siemens logo">
            <a:extLst>
              <a:ext uri="{FF2B5EF4-FFF2-40B4-BE49-F238E27FC236}">
                <a16:creationId xmlns:a16="http://schemas.microsoft.com/office/drawing/2014/main" id="{5C382C69-EE68-4A78-F120-E1E7D340A2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1" name="Title" descr="Slide headline">
            <a:extLst>
              <a:ext uri="{FF2B5EF4-FFF2-40B4-BE49-F238E27FC236}">
                <a16:creationId xmlns:a16="http://schemas.microsoft.com/office/drawing/2014/main" id="{21C28016-90CF-FEF7-2022-B8A966D1FFDF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7194167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1863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00532E9-3154-E999-9410-19D6020878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061" t="41877" r="33464"/>
          <a:stretch>
            <a:fillRect/>
          </a:stretch>
        </p:blipFill>
        <p:spPr>
          <a:xfrm rot="5400000">
            <a:off x="6658984" y="625741"/>
            <a:ext cx="6158751" cy="4907280"/>
          </a:xfrm>
          <a:prstGeom prst="rect">
            <a:avLst/>
          </a:prstGeom>
        </p:spPr>
      </p:pic>
      <p:sp>
        <p:nvSpPr>
          <p:cNvPr id="7" name="Color Stage">
            <a:extLst>
              <a:ext uri="{FF2B5EF4-FFF2-40B4-BE49-F238E27FC236}">
                <a16:creationId xmlns:a16="http://schemas.microsoft.com/office/drawing/2014/main" id="{3905AA02-18DC-B569-9405-C450F5453661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7000">
                <a:schemeClr val="accent6"/>
              </a:gs>
              <a:gs pos="100000">
                <a:schemeClr val="bg2">
                  <a:alpha val="0"/>
                </a:schemeClr>
              </a:gs>
              <a:gs pos="50000">
                <a:schemeClr val="bg2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Siemens Logo" descr="Siemens logo">
            <a:extLst>
              <a:ext uri="{FF2B5EF4-FFF2-40B4-BE49-F238E27FC236}">
                <a16:creationId xmlns:a16="http://schemas.microsoft.com/office/drawing/2014/main" id="{5C382C69-EE68-4A78-F120-E1E7D340A2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Title" descr="Slide headline">
            <a:extLst>
              <a:ext uri="{FF2B5EF4-FFF2-40B4-BE49-F238E27FC236}">
                <a16:creationId xmlns:a16="http://schemas.microsoft.com/office/drawing/2014/main" id="{597C1F5E-54EE-21A7-2062-0558275AC92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7194167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8117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Siemens Logo" descr="Siemens logo">
            <a:extLst>
              <a:ext uri="{FF2B5EF4-FFF2-40B4-BE49-F238E27FC236}">
                <a16:creationId xmlns:a16="http://schemas.microsoft.com/office/drawing/2014/main" id="{83B51950-5135-DC1F-C8F5-3F40557A94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Title" descr="Slide headline">
            <a:extLst>
              <a:ext uri="{FF2B5EF4-FFF2-40B4-BE49-F238E27FC236}">
                <a16:creationId xmlns:a16="http://schemas.microsoft.com/office/drawing/2014/main" id="{52E16FE0-6CB6-169F-9564-664DB1E85125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30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9313D9-F799-7681-EA27-E424B2F60F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743" r="34743"/>
          <a:stretch/>
        </p:blipFill>
        <p:spPr>
          <a:xfrm rot="5400000">
            <a:off x="6658984" y="625741"/>
            <a:ext cx="6158751" cy="4907280"/>
          </a:xfrm>
          <a:prstGeom prst="rect">
            <a:avLst/>
          </a:prstGeom>
        </p:spPr>
      </p:pic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500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Siemens Logo" descr="Siemens logo">
            <a:extLst>
              <a:ext uri="{FF2B5EF4-FFF2-40B4-BE49-F238E27FC236}">
                <a16:creationId xmlns:a16="http://schemas.microsoft.com/office/drawing/2014/main" id="{83B51950-5135-DC1F-C8F5-3F40557A94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Title" descr="Slide headline">
            <a:extLst>
              <a:ext uri="{FF2B5EF4-FFF2-40B4-BE49-F238E27FC236}">
                <a16:creationId xmlns:a16="http://schemas.microsoft.com/office/drawing/2014/main" id="{751FDF7B-212A-89EF-4810-05DD02718E61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7194167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8384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500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7194167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Siemens Logo" descr="Siemens logo">
            <a:extLst>
              <a:ext uri="{FF2B5EF4-FFF2-40B4-BE49-F238E27FC236}">
                <a16:creationId xmlns:a16="http://schemas.microsoft.com/office/drawing/2014/main" id="{83B51950-5135-DC1F-C8F5-3F40557A94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37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bleed color Deep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8DCB48-8631-D0A0-FA8E-B360FBAE1DE4}"/>
              </a:ext>
            </a:extLst>
          </p:cNvPr>
          <p:cNvCxnSpPr>
            <a:cxnSpLocks/>
          </p:cNvCxnSpPr>
          <p:nvPr userDrawn="1"/>
        </p:nvCxnSpPr>
        <p:spPr>
          <a:xfrm flipH="1">
            <a:off x="-57665" y="6158758"/>
            <a:ext cx="12323806" cy="0"/>
          </a:xfrm>
          <a:prstGeom prst="line">
            <a:avLst/>
          </a:prstGeom>
          <a:ln w="12700">
            <a:solidFill>
              <a:schemeClr val="bg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09621D2D-F951-1871-C660-AC18D937F0D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1059160" y="6310800"/>
            <a:ext cx="9216000" cy="54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B3786C51-1186-89B0-1CCD-B439BDF34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>
          <a:xfrm>
            <a:off x="411162" y="6310800"/>
            <a:ext cx="648000" cy="54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Siemens Logo">
            <a:extLst>
              <a:ext uri="{FF2B5EF4-FFF2-40B4-BE49-F238E27FC236}">
                <a16:creationId xmlns:a16="http://schemas.microsoft.com/office/drawing/2014/main" id="{18DFE622-7094-DBBF-1469-FC65F5D98F9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614022" y="6418800"/>
            <a:ext cx="1172377" cy="186407"/>
          </a:xfrm>
          <a:prstGeom prst="rect">
            <a:avLst/>
          </a:prstGeom>
        </p:spPr>
      </p:pic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F80C3706-1223-F1B4-B0A2-22515DB00EC3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8518447" cy="576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0666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A4C40C-51C0-AB0A-0BFB-AF1138396F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7567289" y="1534047"/>
            <a:ext cx="6158751" cy="3090671"/>
          </a:xfrm>
          <a:prstGeom prst="rect">
            <a:avLst/>
          </a:prstGeom>
        </p:spPr>
      </p:pic>
      <p:sp>
        <p:nvSpPr>
          <p:cNvPr id="9" name="Color Stage">
            <a:extLst>
              <a:ext uri="{FF2B5EF4-FFF2-40B4-BE49-F238E27FC236}">
                <a16:creationId xmlns:a16="http://schemas.microsoft.com/office/drawing/2014/main" id="{8A2BBC34-9E3C-5F99-7284-8A239FDD87C4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7000">
                <a:schemeClr val="accent6"/>
              </a:gs>
              <a:gs pos="100000">
                <a:schemeClr val="bg2">
                  <a:alpha val="0"/>
                </a:schemeClr>
              </a:gs>
              <a:gs pos="50000">
                <a:schemeClr val="bg2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0799"/>
            <a:ext cx="928876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Siemens Logo" descr="Siemens logo">
            <a:extLst>
              <a:ext uri="{FF2B5EF4-FFF2-40B4-BE49-F238E27FC236}">
                <a16:creationId xmlns:a16="http://schemas.microsoft.com/office/drawing/2014/main" id="{FE0A6BF0-A9C9-7BBF-82CC-1853E7B479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Graphic 3">
            <a:extLst>
              <a:ext uri="{FF2B5EF4-FFF2-40B4-BE49-F238E27FC236}">
                <a16:creationId xmlns:a16="http://schemas.microsoft.com/office/drawing/2014/main" id="{EDA3F6A2-57DE-733D-E510-0D62882F1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6400" y="-220830"/>
            <a:ext cx="1656486" cy="1297582"/>
          </a:xfrm>
          <a:custGeom>
            <a:avLst/>
            <a:gdLst>
              <a:gd name="connsiteX0" fmla="*/ 1056725 w 1656486"/>
              <a:gd name="connsiteY0" fmla="*/ 0 h 1297582"/>
              <a:gd name="connsiteX1" fmla="*/ 1656487 w 1656486"/>
              <a:gd name="connsiteY1" fmla="*/ 0 h 1297582"/>
              <a:gd name="connsiteX2" fmla="*/ 1656487 w 1656486"/>
              <a:gd name="connsiteY2" fmla="*/ 430306 h 1297582"/>
              <a:gd name="connsiteX3" fmla="*/ 1610791 w 1656486"/>
              <a:gd name="connsiteY3" fmla="*/ 839668 h 1297582"/>
              <a:gd name="connsiteX4" fmla="*/ 1440382 w 1656486"/>
              <a:gd name="connsiteY4" fmla="*/ 1109085 h 1297582"/>
              <a:gd name="connsiteX5" fmla="*/ 1125269 w 1656486"/>
              <a:gd name="connsiteY5" fmla="*/ 1297582 h 1297582"/>
              <a:gd name="connsiteX6" fmla="*/ 1008172 w 1656486"/>
              <a:gd name="connsiteY6" fmla="*/ 1048157 h 1297582"/>
              <a:gd name="connsiteX7" fmla="*/ 1265213 w 1656486"/>
              <a:gd name="connsiteY7" fmla="*/ 881556 h 1297582"/>
              <a:gd name="connsiteX8" fmla="*/ 1345182 w 1656486"/>
              <a:gd name="connsiteY8" fmla="*/ 597859 h 1297582"/>
              <a:gd name="connsiteX9" fmla="*/ 1056725 w 1656486"/>
              <a:gd name="connsiteY9" fmla="*/ 597859 h 1297582"/>
              <a:gd name="connsiteX10" fmla="*/ 1056725 w 1656486"/>
              <a:gd name="connsiteY10" fmla="*/ 0 h 1297582"/>
              <a:gd name="connsiteX11" fmla="*/ 1056725 w 1656486"/>
              <a:gd name="connsiteY11" fmla="*/ 0 h 1297582"/>
              <a:gd name="connsiteX12" fmla="*/ 49504 w 1656486"/>
              <a:gd name="connsiteY12" fmla="*/ 0 h 1297582"/>
              <a:gd name="connsiteX13" fmla="*/ 649267 w 1656486"/>
              <a:gd name="connsiteY13" fmla="*/ 0 h 1297582"/>
              <a:gd name="connsiteX14" fmla="*/ 649267 w 1656486"/>
              <a:gd name="connsiteY14" fmla="*/ 430306 h 1297582"/>
              <a:gd name="connsiteX15" fmla="*/ 604523 w 1656486"/>
              <a:gd name="connsiteY15" fmla="*/ 839668 h 1297582"/>
              <a:gd name="connsiteX16" fmla="*/ 435066 w 1656486"/>
              <a:gd name="connsiteY16" fmla="*/ 1109085 h 1297582"/>
              <a:gd name="connsiteX17" fmla="*/ 118048 w 1656486"/>
              <a:gd name="connsiteY17" fmla="*/ 1297582 h 1297582"/>
              <a:gd name="connsiteX18" fmla="*/ 0 w 1656486"/>
              <a:gd name="connsiteY18" fmla="*/ 1048157 h 1297582"/>
              <a:gd name="connsiteX19" fmla="*/ 257993 w 1656486"/>
              <a:gd name="connsiteY19" fmla="*/ 881556 h 1297582"/>
              <a:gd name="connsiteX20" fmla="*/ 338913 w 1656486"/>
              <a:gd name="connsiteY20" fmla="*/ 597859 h 1297582"/>
              <a:gd name="connsiteX21" fmla="*/ 49504 w 1656486"/>
              <a:gd name="connsiteY21" fmla="*/ 597859 h 1297582"/>
              <a:gd name="connsiteX22" fmla="*/ 49504 w 1656486"/>
              <a:gd name="connsiteY22" fmla="*/ 0 h 1297582"/>
              <a:gd name="connsiteX23" fmla="*/ 49504 w 1656486"/>
              <a:gd name="connsiteY23" fmla="*/ 0 h 129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656486" h="1297582">
                <a:moveTo>
                  <a:pt x="1056725" y="0"/>
                </a:moveTo>
                <a:lnTo>
                  <a:pt x="1656487" y="0"/>
                </a:lnTo>
                <a:lnTo>
                  <a:pt x="1656487" y="430306"/>
                </a:lnTo>
                <a:cubicBezTo>
                  <a:pt x="1656487" y="603571"/>
                  <a:pt x="1641255" y="739707"/>
                  <a:pt x="1610791" y="839668"/>
                </a:cubicBezTo>
                <a:cubicBezTo>
                  <a:pt x="1580327" y="939628"/>
                  <a:pt x="1523206" y="1029117"/>
                  <a:pt x="1440382" y="1109085"/>
                </a:cubicBezTo>
                <a:cubicBezTo>
                  <a:pt x="1357558" y="1189054"/>
                  <a:pt x="1251885" y="1251886"/>
                  <a:pt x="1125269" y="1297582"/>
                </a:cubicBezTo>
                <a:lnTo>
                  <a:pt x="1008172" y="1048157"/>
                </a:lnTo>
                <a:cubicBezTo>
                  <a:pt x="1128125" y="1008173"/>
                  <a:pt x="1213805" y="952956"/>
                  <a:pt x="1265213" y="881556"/>
                </a:cubicBezTo>
                <a:cubicBezTo>
                  <a:pt x="1316622" y="810156"/>
                  <a:pt x="1344230" y="715907"/>
                  <a:pt x="1345182" y="597859"/>
                </a:cubicBezTo>
                <a:lnTo>
                  <a:pt x="1056725" y="597859"/>
                </a:lnTo>
                <a:lnTo>
                  <a:pt x="1056725" y="0"/>
                </a:lnTo>
                <a:lnTo>
                  <a:pt x="1056725" y="0"/>
                </a:lnTo>
                <a:close/>
                <a:moveTo>
                  <a:pt x="49504" y="0"/>
                </a:moveTo>
                <a:lnTo>
                  <a:pt x="649267" y="0"/>
                </a:lnTo>
                <a:lnTo>
                  <a:pt x="649267" y="430306"/>
                </a:lnTo>
                <a:cubicBezTo>
                  <a:pt x="649267" y="603571"/>
                  <a:pt x="634035" y="739707"/>
                  <a:pt x="604523" y="839668"/>
                </a:cubicBezTo>
                <a:cubicBezTo>
                  <a:pt x="575010" y="939628"/>
                  <a:pt x="517890" y="1029117"/>
                  <a:pt x="435066" y="1109085"/>
                </a:cubicBezTo>
                <a:cubicBezTo>
                  <a:pt x="352242" y="1189054"/>
                  <a:pt x="246569" y="1251886"/>
                  <a:pt x="118048" y="1297582"/>
                </a:cubicBezTo>
                <a:lnTo>
                  <a:pt x="0" y="1048157"/>
                </a:lnTo>
                <a:cubicBezTo>
                  <a:pt x="120905" y="1008173"/>
                  <a:pt x="207537" y="952956"/>
                  <a:pt x="257993" y="881556"/>
                </a:cubicBezTo>
                <a:cubicBezTo>
                  <a:pt x="309401" y="810156"/>
                  <a:pt x="336057" y="715907"/>
                  <a:pt x="338913" y="597859"/>
                </a:cubicBezTo>
                <a:lnTo>
                  <a:pt x="49504" y="597859"/>
                </a:lnTo>
                <a:lnTo>
                  <a:pt x="49504" y="0"/>
                </a:lnTo>
                <a:lnTo>
                  <a:pt x="49504" y="0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94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6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  <a:p>
            <a:pPr lvl="2"/>
            <a:r>
              <a:rPr lang="en-US"/>
              <a:t>Skills etc.</a:t>
            </a:r>
          </a:p>
          <a:p>
            <a:pPr lvl="3"/>
            <a:r>
              <a:rPr lang="en-US"/>
              <a:t>Name etc. sublevel</a:t>
            </a:r>
          </a:p>
          <a:p>
            <a:pPr lvl="2"/>
            <a:r>
              <a:rPr lang="en-US"/>
              <a:t>Skills etc. sublevel</a:t>
            </a:r>
          </a:p>
        </p:txBody>
      </p:sp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D5789372-5C44-23DC-0FA9-79BE2BB8D4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84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Full bleed color Deep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emens Logo">
            <a:extLst>
              <a:ext uri="{FF2B5EF4-FFF2-40B4-BE49-F238E27FC236}">
                <a16:creationId xmlns:a16="http://schemas.microsoft.com/office/drawing/2014/main" id="{18DFE622-7094-DBBF-1469-FC65F5D98F9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614022" y="6418800"/>
            <a:ext cx="1172377" cy="186407"/>
          </a:xfrm>
          <a:prstGeom prst="rect">
            <a:avLst/>
          </a:prstGeom>
        </p:spPr>
      </p:pic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F80C3706-1223-F1B4-B0A2-22515DB00EC3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8518447" cy="576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7266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_ Full length with tex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6163056" cy="68580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Full size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F4F4C6-6E41-442C-BB9E-9E72BE92D2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>
          <a:xfrm>
            <a:off x="1059160" y="6310800"/>
            <a:ext cx="4901802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Siemens Digital Industries Software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py">
            <a:extLst>
              <a:ext uri="{FF2B5EF4-FFF2-40B4-BE49-F238E27FC236}">
                <a16:creationId xmlns:a16="http://schemas.microsoft.com/office/drawing/2014/main" id="{4C028160-C065-2CE3-ABC5-2106B3832E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6585152" y="2763078"/>
            <a:ext cx="5202036" cy="3404359"/>
          </a:xfrm>
        </p:spPr>
        <p:txBody>
          <a:bodyPr tIns="0"/>
          <a:lstStyle>
            <a:lvl2pPr marL="0" indent="0">
              <a:buClr>
                <a:schemeClr val="tx1"/>
              </a:buClr>
              <a:buNone/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9F44A223-9E69-A077-CA24-60ADB04C8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585151" y="1054100"/>
            <a:ext cx="5202036" cy="1354217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Title, Arial Regular, 44 </a:t>
            </a:r>
            <a:r>
              <a:rPr lang="en-US" err="1"/>
              <a:t>pt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781A738-0ED9-DB0F-D34F-7D9208085AB6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A19D43F-0EE9-CCD5-4E6A-CCD1AD5F9141}"/>
                </a:ext>
              </a:extLst>
            </p:cNvPr>
            <p:cNvGrpSpPr/>
            <p:nvPr userDrawn="1"/>
          </p:nvGrpSpPr>
          <p:grpSpPr>
            <a:xfrm>
              <a:off x="-146821" y="981819"/>
              <a:ext cx="96285" cy="5251767"/>
              <a:chOff x="-146821" y="981819"/>
              <a:chExt cx="96285" cy="5251767"/>
            </a:xfrm>
            <a:grpFill/>
          </p:grpSpPr>
          <p:sp>
            <p:nvSpPr>
              <p:cNvPr id="22" name="Triangle 21">
                <a:extLst>
                  <a:ext uri="{FF2B5EF4-FFF2-40B4-BE49-F238E27FC236}">
                    <a16:creationId xmlns:a16="http://schemas.microsoft.com/office/drawing/2014/main" id="{A985536E-6C8E-5BF0-9436-17A207975190}"/>
                  </a:ext>
                </a:extLst>
              </p:cNvPr>
              <p:cNvSpPr/>
              <p:nvPr userDrawn="1"/>
            </p:nvSpPr>
            <p:spPr>
              <a:xfrm rot="5400000">
                <a:off x="-171669" y="100666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3" name="Triangle 22">
                <a:extLst>
                  <a:ext uri="{FF2B5EF4-FFF2-40B4-BE49-F238E27FC236}">
                    <a16:creationId xmlns:a16="http://schemas.microsoft.com/office/drawing/2014/main" id="{9C7A95AA-B28D-FBE1-DC5E-5728D3B97451}"/>
                  </a:ext>
                </a:extLst>
              </p:cNvPr>
              <p:cNvSpPr/>
              <p:nvPr userDrawn="1"/>
            </p:nvSpPr>
            <p:spPr>
              <a:xfrm rot="5400000">
                <a:off x="-171669" y="611245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7277076-4AED-59A4-6353-6497F219AC46}"/>
                </a:ext>
              </a:extLst>
            </p:cNvPr>
            <p:cNvGrpSpPr/>
            <p:nvPr userDrawn="1"/>
          </p:nvGrpSpPr>
          <p:grpSpPr>
            <a:xfrm>
              <a:off x="6110692" y="-156737"/>
              <a:ext cx="5746481" cy="7199607"/>
              <a:chOff x="6110692" y="-156737"/>
              <a:chExt cx="5746481" cy="7199607"/>
            </a:xfrm>
            <a:grpFill/>
          </p:grpSpPr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A1F480D4-4FE9-A0FA-FE52-6F0C3D087BE0}"/>
                  </a:ext>
                </a:extLst>
              </p:cNvPr>
              <p:cNvSpPr/>
              <p:nvPr userDrawn="1"/>
            </p:nvSpPr>
            <p:spPr>
              <a:xfrm rot="10800000">
                <a:off x="6492735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FF6D7666-37F3-7872-F740-A0C4DFEAF7F7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06BF981E-1E73-DB08-AA46-232E4E265907}"/>
                  </a:ext>
                </a:extLst>
              </p:cNvPr>
              <p:cNvSpPr/>
              <p:nvPr userDrawn="1"/>
            </p:nvSpPr>
            <p:spPr>
              <a:xfrm rot="10800000">
                <a:off x="61106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4" name="Triangle 23">
                <a:extLst>
                  <a:ext uri="{FF2B5EF4-FFF2-40B4-BE49-F238E27FC236}">
                    <a16:creationId xmlns:a16="http://schemas.microsoft.com/office/drawing/2014/main" id="{971469EC-BF89-D65F-527D-B58C103253FF}"/>
                  </a:ext>
                </a:extLst>
              </p:cNvPr>
              <p:cNvSpPr/>
              <p:nvPr userDrawn="1"/>
            </p:nvSpPr>
            <p:spPr>
              <a:xfrm>
                <a:off x="6492735" y="694658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5" name="Triangle 24">
                <a:extLst>
                  <a:ext uri="{FF2B5EF4-FFF2-40B4-BE49-F238E27FC236}">
                    <a16:creationId xmlns:a16="http://schemas.microsoft.com/office/drawing/2014/main" id="{2F80F2A4-C4E0-43AE-53B5-77A71C1AD812}"/>
                  </a:ext>
                </a:extLst>
              </p:cNvPr>
              <p:cNvSpPr/>
              <p:nvPr userDrawn="1"/>
            </p:nvSpPr>
            <p:spPr>
              <a:xfrm>
                <a:off x="6110692" y="694658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E42BBB-7DC8-B926-0265-46ED3BABBD4A}"/>
                </a:ext>
              </a:extLst>
            </p:cNvPr>
            <p:cNvGrpSpPr/>
            <p:nvPr userDrawn="1"/>
          </p:nvGrpSpPr>
          <p:grpSpPr>
            <a:xfrm rot="10800000">
              <a:off x="12256168" y="981819"/>
              <a:ext cx="96285" cy="5251767"/>
              <a:chOff x="-146821" y="995266"/>
              <a:chExt cx="96285" cy="5251767"/>
            </a:xfrm>
            <a:grpFill/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8DDE26B4-42D4-AAF9-847F-1E8E2A9E0A00}"/>
                  </a:ext>
                </a:extLst>
              </p:cNvPr>
              <p:cNvSpPr/>
              <p:nvPr userDrawn="1"/>
            </p:nvSpPr>
            <p:spPr>
              <a:xfrm rot="5400000">
                <a:off x="-171669" y="102011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6A97F01F-8543-BA35-2F91-8B52A5F511D2}"/>
                  </a:ext>
                </a:extLst>
              </p:cNvPr>
              <p:cNvSpPr/>
              <p:nvPr userDrawn="1"/>
            </p:nvSpPr>
            <p:spPr>
              <a:xfrm rot="5400000">
                <a:off x="-171669" y="612590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2FCB4356-CA5A-54B8-7A36-7C2EA1E1575A}"/>
                </a:ext>
              </a:extLst>
            </p:cNvPr>
            <p:cNvSpPr/>
            <p:nvPr userDrawn="1"/>
          </p:nvSpPr>
          <p:spPr>
            <a:xfrm>
              <a:off x="11711192" y="6949916"/>
              <a:ext cx="145981" cy="962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127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0" pos="7425">
          <p15:clr>
            <a:srgbClr val="5ACBF0"/>
          </p15:clr>
        </p15:guide>
        <p15:guide id="12" orient="horz" pos="647">
          <p15:clr>
            <a:srgbClr val="5ACBF0"/>
          </p15:clr>
        </p15:guide>
        <p15:guide id="17" orient="horz" pos="3885">
          <p15:clr>
            <a:srgbClr val="5ACBF0"/>
          </p15:clr>
        </p15:guide>
        <p15:guide id="19" pos="4138">
          <p15:clr>
            <a:srgbClr val="5ACBF0"/>
          </p15:clr>
        </p15:guide>
        <p15:guide id="20" pos="3890">
          <p15:clr>
            <a:srgbClr val="5ACBF0"/>
          </p15:clr>
        </p15:guide>
        <p15:guide id="21" pos="247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Siemens Digital Industries Software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656E53D-DFFB-B425-15B3-21BE268B82C3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6761"/>
            <a:chOff x="-146821" y="-156737"/>
            <a:chExt cx="12499274" cy="7206761"/>
          </a:xfrm>
          <a:solidFill>
            <a:srgbClr val="CCCCD4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A71D66D-473D-530F-C2C9-79981DB19DDF}"/>
                </a:ext>
              </a:extLst>
            </p:cNvPr>
            <p:cNvGrpSpPr/>
            <p:nvPr userDrawn="1"/>
          </p:nvGrpSpPr>
          <p:grpSpPr>
            <a:xfrm>
              <a:off x="-146821" y="1621072"/>
              <a:ext cx="96285" cy="4260781"/>
              <a:chOff x="-146821" y="1621072"/>
              <a:chExt cx="96285" cy="4260781"/>
            </a:xfrm>
            <a:grpFill/>
          </p:grpSpPr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BF616FD6-2D5C-0F4D-526C-0E1D0B3C3B48}"/>
                  </a:ext>
                </a:extLst>
              </p:cNvPr>
              <p:cNvSpPr/>
              <p:nvPr userDrawn="1"/>
            </p:nvSpPr>
            <p:spPr>
              <a:xfrm rot="5400000">
                <a:off x="-171669" y="164592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C006CE8B-6B10-A55A-3AE5-8F2DEA6207C0}"/>
                  </a:ext>
                </a:extLst>
              </p:cNvPr>
              <p:cNvSpPr/>
              <p:nvPr userDrawn="1"/>
            </p:nvSpPr>
            <p:spPr>
              <a:xfrm rot="5400000">
                <a:off x="-171669" y="576072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A721D29-9107-16E8-DFBA-71A65CD7D397}"/>
                </a:ext>
              </a:extLst>
            </p:cNvPr>
            <p:cNvGrpSpPr/>
            <p:nvPr userDrawn="1"/>
          </p:nvGrpSpPr>
          <p:grpSpPr>
            <a:xfrm>
              <a:off x="914400" y="-156737"/>
              <a:ext cx="9432987" cy="7206761"/>
              <a:chOff x="914400" y="-156737"/>
              <a:chExt cx="9432987" cy="7206761"/>
            </a:xfrm>
            <a:grpFill/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310E9F39-9A28-CB36-DFE8-FF13027C3621}"/>
                  </a:ext>
                </a:extLst>
              </p:cNvPr>
              <p:cNvSpPr/>
              <p:nvPr userDrawn="1"/>
            </p:nvSpPr>
            <p:spPr>
              <a:xfrm rot="10800000">
                <a:off x="914400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F964DA53-B822-52B1-8B88-10FBDC8608C8}"/>
                  </a:ext>
                </a:extLst>
              </p:cNvPr>
              <p:cNvSpPr/>
              <p:nvPr userDrawn="1"/>
            </p:nvSpPr>
            <p:spPr>
              <a:xfrm>
                <a:off x="10186416" y="6949440"/>
                <a:ext cx="146304" cy="10058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E6FD39D7-53CC-74C3-B90C-285EB2A7174C}"/>
                  </a:ext>
                </a:extLst>
              </p:cNvPr>
              <p:cNvSpPr/>
              <p:nvPr userDrawn="1"/>
            </p:nvSpPr>
            <p:spPr>
              <a:xfrm rot="10800000">
                <a:off x="10201406" y="-155448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67228F-1418-E80B-9203-FD62490C08BC}"/>
                </a:ext>
              </a:extLst>
            </p:cNvPr>
            <p:cNvGrpSpPr/>
            <p:nvPr userDrawn="1"/>
          </p:nvGrpSpPr>
          <p:grpSpPr>
            <a:xfrm rot="10800000">
              <a:off x="12256168" y="1621072"/>
              <a:ext cx="96285" cy="4260781"/>
              <a:chOff x="-146821" y="1346999"/>
              <a:chExt cx="96285" cy="4260781"/>
            </a:xfrm>
            <a:grpFill/>
          </p:grpSpPr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B1B0357C-BF89-20E9-21A0-06A7D74AE834}"/>
                  </a:ext>
                </a:extLst>
              </p:cNvPr>
              <p:cNvSpPr/>
              <p:nvPr userDrawn="1"/>
            </p:nvSpPr>
            <p:spPr>
              <a:xfrm rot="5400000">
                <a:off x="-171669" y="137184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B328F6FE-C8BD-B59E-591A-F189BBC91817}"/>
                  </a:ext>
                </a:extLst>
              </p:cNvPr>
              <p:cNvSpPr/>
              <p:nvPr userDrawn="1"/>
            </p:nvSpPr>
            <p:spPr>
              <a:xfrm rot="5400000">
                <a:off x="-171669" y="548664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4A3A05B8-A433-79F9-91FE-5EE9E7FDC4DE}"/>
                </a:ext>
              </a:extLst>
            </p:cNvPr>
            <p:cNvSpPr/>
            <p:nvPr userDrawn="1"/>
          </p:nvSpPr>
          <p:spPr>
            <a:xfrm>
              <a:off x="914400" y="6949916"/>
              <a:ext cx="145981" cy="962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9727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0799"/>
            <a:ext cx="928876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Siemens Digital Industries Software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567AE8-0B43-3560-189A-0FCCFAF3D9E4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6761"/>
            <a:chOff x="-146821" y="-156737"/>
            <a:chExt cx="12499274" cy="7206761"/>
          </a:xfrm>
          <a:solidFill>
            <a:srgbClr val="CCCCD4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31BF8A1-B456-D48A-B310-AF301AAEF965}"/>
                </a:ext>
              </a:extLst>
            </p:cNvPr>
            <p:cNvGrpSpPr/>
            <p:nvPr userDrawn="1"/>
          </p:nvGrpSpPr>
          <p:grpSpPr>
            <a:xfrm>
              <a:off x="-146821" y="1621072"/>
              <a:ext cx="96285" cy="4260781"/>
              <a:chOff x="-146821" y="1621072"/>
              <a:chExt cx="96285" cy="4260781"/>
            </a:xfrm>
            <a:grpFill/>
          </p:grpSpPr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07BBE5CE-4F96-034E-2AD8-FCA6C91A7CAF}"/>
                  </a:ext>
                </a:extLst>
              </p:cNvPr>
              <p:cNvSpPr/>
              <p:nvPr userDrawn="1"/>
            </p:nvSpPr>
            <p:spPr>
              <a:xfrm rot="5400000">
                <a:off x="-171669" y="164592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E36946AE-F7AF-A70D-ABEA-73F2C4A6F740}"/>
                  </a:ext>
                </a:extLst>
              </p:cNvPr>
              <p:cNvSpPr/>
              <p:nvPr userDrawn="1"/>
            </p:nvSpPr>
            <p:spPr>
              <a:xfrm rot="5400000">
                <a:off x="-171669" y="576072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E8575F-26C4-6D8B-9DFF-A77FDE2D6009}"/>
                </a:ext>
              </a:extLst>
            </p:cNvPr>
            <p:cNvGrpSpPr/>
            <p:nvPr userDrawn="1"/>
          </p:nvGrpSpPr>
          <p:grpSpPr>
            <a:xfrm>
              <a:off x="914400" y="-156737"/>
              <a:ext cx="9432987" cy="7206761"/>
              <a:chOff x="914400" y="-156737"/>
              <a:chExt cx="9432987" cy="7206761"/>
            </a:xfrm>
            <a:grpFill/>
          </p:grpSpPr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3DC4E0E5-9B3F-470C-BD16-85DD77BC909A}"/>
                  </a:ext>
                </a:extLst>
              </p:cNvPr>
              <p:cNvSpPr/>
              <p:nvPr userDrawn="1"/>
            </p:nvSpPr>
            <p:spPr>
              <a:xfrm rot="10800000">
                <a:off x="914400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47470F3B-061A-98E0-6A0D-5ACA1E57A6B2}"/>
                  </a:ext>
                </a:extLst>
              </p:cNvPr>
              <p:cNvSpPr/>
              <p:nvPr userDrawn="1"/>
            </p:nvSpPr>
            <p:spPr>
              <a:xfrm>
                <a:off x="10186416" y="6949440"/>
                <a:ext cx="146304" cy="10058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CD2C8CC1-A350-A2ED-D765-75F7198B8E5E}"/>
                  </a:ext>
                </a:extLst>
              </p:cNvPr>
              <p:cNvSpPr/>
              <p:nvPr userDrawn="1"/>
            </p:nvSpPr>
            <p:spPr>
              <a:xfrm rot="10800000">
                <a:off x="10201406" y="-155448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7411C86-9E27-E477-EA44-97CBD1DA4BFB}"/>
                </a:ext>
              </a:extLst>
            </p:cNvPr>
            <p:cNvGrpSpPr/>
            <p:nvPr userDrawn="1"/>
          </p:nvGrpSpPr>
          <p:grpSpPr>
            <a:xfrm rot="10800000">
              <a:off x="12256168" y="1621072"/>
              <a:ext cx="96285" cy="4260781"/>
              <a:chOff x="-146821" y="1346999"/>
              <a:chExt cx="96285" cy="4260781"/>
            </a:xfrm>
            <a:grpFill/>
          </p:grpSpPr>
          <p:sp>
            <p:nvSpPr>
              <p:cNvPr id="11" name="Triangle 10">
                <a:extLst>
                  <a:ext uri="{FF2B5EF4-FFF2-40B4-BE49-F238E27FC236}">
                    <a16:creationId xmlns:a16="http://schemas.microsoft.com/office/drawing/2014/main" id="{61FBA08A-899D-71E7-BC7F-58858F0026F6}"/>
                  </a:ext>
                </a:extLst>
              </p:cNvPr>
              <p:cNvSpPr/>
              <p:nvPr userDrawn="1"/>
            </p:nvSpPr>
            <p:spPr>
              <a:xfrm rot="5400000">
                <a:off x="-171669" y="137184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C02331C1-3829-06AD-5C5C-C2E1D81EE7D3}"/>
                  </a:ext>
                </a:extLst>
              </p:cNvPr>
              <p:cNvSpPr/>
              <p:nvPr userDrawn="1"/>
            </p:nvSpPr>
            <p:spPr>
              <a:xfrm rot="5400000">
                <a:off x="-171669" y="548664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3487F0B3-A953-9424-A70B-C16909425598}"/>
                </a:ext>
              </a:extLst>
            </p:cNvPr>
            <p:cNvSpPr/>
            <p:nvPr userDrawn="1"/>
          </p:nvSpPr>
          <p:spPr>
            <a:xfrm>
              <a:off x="914400" y="6949916"/>
              <a:ext cx="145981" cy="962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0180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Topic one</a:t>
            </a:r>
          </a:p>
          <a:p>
            <a:pPr lvl="1"/>
            <a:r>
              <a:rPr lang="en-US"/>
              <a:t>Topic two</a:t>
            </a:r>
          </a:p>
          <a:p>
            <a:pPr lvl="1"/>
            <a:r>
              <a:rPr lang="en-US"/>
              <a:t>Topic three</a:t>
            </a:r>
          </a:p>
          <a:p>
            <a:pPr lvl="1"/>
            <a:r>
              <a:rPr lang="en-US"/>
              <a:t>Keep it simple</a:t>
            </a:r>
          </a:p>
          <a:p>
            <a:pPr lvl="1"/>
            <a:r>
              <a:rPr lang="en-US"/>
              <a:t>Avoid bullets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Siemens Digital Industries Software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04973C-585D-106E-D65B-DFA8DCF8C463}"/>
              </a:ext>
            </a:extLst>
          </p:cNvPr>
          <p:cNvSpPr txBox="1"/>
          <p:nvPr userDrawn="1"/>
        </p:nvSpPr>
        <p:spPr>
          <a:xfrm>
            <a:off x="1058400" y="1234440"/>
            <a:ext cx="3537828" cy="12311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8000" b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7C26AAA0-566B-61FC-206A-E10619DAA8ED}"/>
              </a:ext>
            </a:extLst>
          </p:cNvPr>
          <p:cNvSpPr/>
          <p:nvPr userDrawn="1"/>
        </p:nvSpPr>
        <p:spPr>
          <a:xfrm rot="10800000">
            <a:off x="973758" y="-174381"/>
            <a:ext cx="145981" cy="96285"/>
          </a:xfrm>
          <a:prstGeom prst="triangle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0E93C4E-D046-E98E-C9E2-F09CCEB9815B}"/>
              </a:ext>
            </a:extLst>
          </p:cNvPr>
          <p:cNvGrpSpPr/>
          <p:nvPr userDrawn="1"/>
        </p:nvGrpSpPr>
        <p:grpSpPr>
          <a:xfrm>
            <a:off x="-153637" y="-165678"/>
            <a:ext cx="12499274" cy="7205472"/>
            <a:chOff x="-146821" y="-155448"/>
            <a:chExt cx="12499274" cy="7205472"/>
          </a:xfrm>
          <a:solidFill>
            <a:srgbClr val="CCCCD4"/>
          </a:solidFill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8977BC5-5A5D-FB87-424B-C79156D31E04}"/>
                </a:ext>
              </a:extLst>
            </p:cNvPr>
            <p:cNvGrpSpPr/>
            <p:nvPr userDrawn="1"/>
          </p:nvGrpSpPr>
          <p:grpSpPr>
            <a:xfrm>
              <a:off x="-146821" y="1621072"/>
              <a:ext cx="96285" cy="4260781"/>
              <a:chOff x="-146821" y="1621072"/>
              <a:chExt cx="96285" cy="4260781"/>
            </a:xfrm>
            <a:grpFill/>
          </p:grpSpPr>
          <p:sp>
            <p:nvSpPr>
              <p:cNvPr id="59" name="Triangle 58">
                <a:extLst>
                  <a:ext uri="{FF2B5EF4-FFF2-40B4-BE49-F238E27FC236}">
                    <a16:creationId xmlns:a16="http://schemas.microsoft.com/office/drawing/2014/main" id="{B466641D-42FC-2648-E16A-3B2D2FAC302B}"/>
                  </a:ext>
                </a:extLst>
              </p:cNvPr>
              <p:cNvSpPr/>
              <p:nvPr userDrawn="1"/>
            </p:nvSpPr>
            <p:spPr>
              <a:xfrm rot="5400000">
                <a:off x="-171669" y="164592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60" name="Triangle 59">
                <a:extLst>
                  <a:ext uri="{FF2B5EF4-FFF2-40B4-BE49-F238E27FC236}">
                    <a16:creationId xmlns:a16="http://schemas.microsoft.com/office/drawing/2014/main" id="{C980C817-2C3B-7649-C42F-1097922B6F56}"/>
                  </a:ext>
                </a:extLst>
              </p:cNvPr>
              <p:cNvSpPr/>
              <p:nvPr userDrawn="1"/>
            </p:nvSpPr>
            <p:spPr>
              <a:xfrm rot="5400000">
                <a:off x="-171669" y="576072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48DF72C-FD50-23CD-815F-9C0FF44875DE}"/>
                </a:ext>
              </a:extLst>
            </p:cNvPr>
            <p:cNvGrpSpPr/>
            <p:nvPr userDrawn="1"/>
          </p:nvGrpSpPr>
          <p:grpSpPr>
            <a:xfrm>
              <a:off x="10186416" y="-155448"/>
              <a:ext cx="160971" cy="7205472"/>
              <a:chOff x="10186416" y="-155448"/>
              <a:chExt cx="160971" cy="7205472"/>
            </a:xfrm>
            <a:grpFill/>
          </p:grpSpPr>
          <p:sp>
            <p:nvSpPr>
              <p:cNvPr id="57" name="Triangle 56">
                <a:extLst>
                  <a:ext uri="{FF2B5EF4-FFF2-40B4-BE49-F238E27FC236}">
                    <a16:creationId xmlns:a16="http://schemas.microsoft.com/office/drawing/2014/main" id="{E1B162EF-F6BE-6B8D-146A-0FBEFD84D59E}"/>
                  </a:ext>
                </a:extLst>
              </p:cNvPr>
              <p:cNvSpPr/>
              <p:nvPr userDrawn="1"/>
            </p:nvSpPr>
            <p:spPr>
              <a:xfrm>
                <a:off x="10186416" y="6949440"/>
                <a:ext cx="146304" cy="10058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58" name="Triangle 57">
                <a:extLst>
                  <a:ext uri="{FF2B5EF4-FFF2-40B4-BE49-F238E27FC236}">
                    <a16:creationId xmlns:a16="http://schemas.microsoft.com/office/drawing/2014/main" id="{359E0D73-DFE1-3335-0E4C-BF711606C081}"/>
                  </a:ext>
                </a:extLst>
              </p:cNvPr>
              <p:cNvSpPr/>
              <p:nvPr userDrawn="1"/>
            </p:nvSpPr>
            <p:spPr>
              <a:xfrm rot="10800000">
                <a:off x="10201406" y="-155448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28E938B-E1D6-7D0F-A7B7-16DC540F248F}"/>
                </a:ext>
              </a:extLst>
            </p:cNvPr>
            <p:cNvGrpSpPr/>
            <p:nvPr userDrawn="1"/>
          </p:nvGrpSpPr>
          <p:grpSpPr>
            <a:xfrm rot="10800000">
              <a:off x="12256168" y="1621072"/>
              <a:ext cx="96285" cy="4260781"/>
              <a:chOff x="-146821" y="1346999"/>
              <a:chExt cx="96285" cy="4260781"/>
            </a:xfrm>
            <a:grpFill/>
          </p:grpSpPr>
          <p:sp>
            <p:nvSpPr>
              <p:cNvPr id="54" name="Triangle 53">
                <a:extLst>
                  <a:ext uri="{FF2B5EF4-FFF2-40B4-BE49-F238E27FC236}">
                    <a16:creationId xmlns:a16="http://schemas.microsoft.com/office/drawing/2014/main" id="{640ED5C6-2E69-557D-C3C4-B004AA6DA363}"/>
                  </a:ext>
                </a:extLst>
              </p:cNvPr>
              <p:cNvSpPr/>
              <p:nvPr userDrawn="1"/>
            </p:nvSpPr>
            <p:spPr>
              <a:xfrm rot="5400000">
                <a:off x="-171669" y="137184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55" name="Triangle 54">
                <a:extLst>
                  <a:ext uri="{FF2B5EF4-FFF2-40B4-BE49-F238E27FC236}">
                    <a16:creationId xmlns:a16="http://schemas.microsoft.com/office/drawing/2014/main" id="{3F1C2039-3A57-89B1-C78A-92C4A54E4001}"/>
                  </a:ext>
                </a:extLst>
              </p:cNvPr>
              <p:cNvSpPr/>
              <p:nvPr userDrawn="1"/>
            </p:nvSpPr>
            <p:spPr>
              <a:xfrm rot="5400000">
                <a:off x="-171669" y="548664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sp>
          <p:nvSpPr>
            <p:cNvPr id="53" name="Triangle 52">
              <a:extLst>
                <a:ext uri="{FF2B5EF4-FFF2-40B4-BE49-F238E27FC236}">
                  <a16:creationId xmlns:a16="http://schemas.microsoft.com/office/drawing/2014/main" id="{2A7FC23F-77EB-1E51-FC3E-B36656FF1854}"/>
                </a:ext>
              </a:extLst>
            </p:cNvPr>
            <p:cNvSpPr/>
            <p:nvPr userDrawn="1"/>
          </p:nvSpPr>
          <p:spPr>
            <a:xfrm>
              <a:off x="978948" y="6949916"/>
              <a:ext cx="145981" cy="962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8810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9">
          <p15:clr>
            <a:srgbClr val="5ACBF0"/>
          </p15:clr>
        </p15:guide>
        <p15:guide id="2" pos="6472">
          <p15:clr>
            <a:srgbClr val="5ACBF0"/>
          </p15:clr>
        </p15:guide>
        <p15:guide id="4" orient="horz" pos="1500">
          <p15:clr>
            <a:srgbClr val="5ACBF0"/>
          </p15:clr>
        </p15:guide>
        <p15:guide id="5" orient="horz" pos="3658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Siemens Digital Industries Software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46C8DA5-E827-7601-19BE-D9EC45AC090D}"/>
              </a:ext>
            </a:extLst>
          </p:cNvPr>
          <p:cNvGrpSpPr/>
          <p:nvPr userDrawn="1"/>
        </p:nvGrpSpPr>
        <p:grpSpPr>
          <a:xfrm>
            <a:off x="-146821" y="-156737"/>
            <a:ext cx="12499274" cy="7213696"/>
            <a:chOff x="-146821" y="-156737"/>
            <a:chExt cx="12499274" cy="7213696"/>
          </a:xfrm>
          <a:solidFill>
            <a:srgbClr val="CCCCD4"/>
          </a:soli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75F6A73-87A1-9684-5517-7EED300705CB}"/>
                </a:ext>
              </a:extLst>
            </p:cNvPr>
            <p:cNvGrpSpPr/>
            <p:nvPr userDrawn="1"/>
          </p:nvGrpSpPr>
          <p:grpSpPr>
            <a:xfrm>
              <a:off x="-146821" y="1621072"/>
              <a:ext cx="96285" cy="4260781"/>
              <a:chOff x="-146821" y="1621072"/>
              <a:chExt cx="96285" cy="4260781"/>
            </a:xfrm>
            <a:grpFill/>
          </p:grpSpPr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D9AB34FD-1DCE-FEC7-0237-F0405011125B}"/>
                  </a:ext>
                </a:extLst>
              </p:cNvPr>
              <p:cNvSpPr/>
              <p:nvPr userDrawn="1"/>
            </p:nvSpPr>
            <p:spPr>
              <a:xfrm rot="5400000">
                <a:off x="-171669" y="164592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D3B0CAA4-2247-594B-2988-31B4F40E9B9D}"/>
                  </a:ext>
                </a:extLst>
              </p:cNvPr>
              <p:cNvSpPr/>
              <p:nvPr userDrawn="1"/>
            </p:nvSpPr>
            <p:spPr>
              <a:xfrm rot="5400000">
                <a:off x="-171669" y="576072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CA5709E-5C4D-FBA4-BFC8-A8CF6E9813CF}"/>
                </a:ext>
              </a:extLst>
            </p:cNvPr>
            <p:cNvGrpSpPr/>
            <p:nvPr userDrawn="1"/>
          </p:nvGrpSpPr>
          <p:grpSpPr>
            <a:xfrm>
              <a:off x="914400" y="-156737"/>
              <a:ext cx="9432987" cy="7206761"/>
              <a:chOff x="914400" y="-156737"/>
              <a:chExt cx="9432987" cy="7206761"/>
            </a:xfrm>
            <a:grpFill/>
          </p:grpSpPr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B3FE52E6-4276-B3F8-4551-492FE4A4FBF1}"/>
                  </a:ext>
                </a:extLst>
              </p:cNvPr>
              <p:cNvSpPr/>
              <p:nvPr userDrawn="1"/>
            </p:nvSpPr>
            <p:spPr>
              <a:xfrm rot="10800000">
                <a:off x="914400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3C2CB7C6-2B48-9D8A-9D52-E5A79B1EF981}"/>
                  </a:ext>
                </a:extLst>
              </p:cNvPr>
              <p:cNvSpPr/>
              <p:nvPr userDrawn="1"/>
            </p:nvSpPr>
            <p:spPr>
              <a:xfrm>
                <a:off x="10186416" y="6949440"/>
                <a:ext cx="146304" cy="10058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AC5739A1-24F8-C114-E552-3B58AB12B0A4}"/>
                  </a:ext>
                </a:extLst>
              </p:cNvPr>
              <p:cNvSpPr/>
              <p:nvPr userDrawn="1"/>
            </p:nvSpPr>
            <p:spPr>
              <a:xfrm rot="10800000">
                <a:off x="10201406" y="-155448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4FFAEB4-2F8E-CD9C-6BE0-BC994D9A971E}"/>
                </a:ext>
              </a:extLst>
            </p:cNvPr>
            <p:cNvGrpSpPr/>
            <p:nvPr userDrawn="1"/>
          </p:nvGrpSpPr>
          <p:grpSpPr>
            <a:xfrm rot="10800000">
              <a:off x="12256168" y="1621072"/>
              <a:ext cx="96285" cy="4260781"/>
              <a:chOff x="-146821" y="1346999"/>
              <a:chExt cx="96285" cy="4260781"/>
            </a:xfrm>
            <a:grpFill/>
          </p:grpSpPr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250A6094-4F57-55D7-6E18-31A2410D8704}"/>
                  </a:ext>
                </a:extLst>
              </p:cNvPr>
              <p:cNvSpPr/>
              <p:nvPr userDrawn="1"/>
            </p:nvSpPr>
            <p:spPr>
              <a:xfrm rot="5400000">
                <a:off x="-171669" y="137184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57C6C32C-0B32-3334-1167-93F7580BE6D2}"/>
                  </a:ext>
                </a:extLst>
              </p:cNvPr>
              <p:cNvSpPr/>
              <p:nvPr userDrawn="1"/>
            </p:nvSpPr>
            <p:spPr>
              <a:xfrm rot="5400000">
                <a:off x="-171669" y="548664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5381C045-B438-A29C-7741-A7D2037DBDC9}"/>
                </a:ext>
              </a:extLst>
            </p:cNvPr>
            <p:cNvSpPr/>
            <p:nvPr userDrawn="1"/>
          </p:nvSpPr>
          <p:spPr>
            <a:xfrm>
              <a:off x="978948" y="6960674"/>
              <a:ext cx="145981" cy="962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27686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48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Siemens Digital Industries Software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F53AD9-28B7-483E-9BE6-DA52245F1D43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F9D5C6C-87F2-A17A-AE8B-5D60EB087C4D}"/>
                </a:ext>
              </a:extLst>
            </p:cNvPr>
            <p:cNvGrpSpPr/>
            <p:nvPr userDrawn="1"/>
          </p:nvGrpSpPr>
          <p:grpSpPr>
            <a:xfrm>
              <a:off x="-146821" y="3448735"/>
              <a:ext cx="96285" cy="2435229"/>
              <a:chOff x="-146821" y="3448735"/>
              <a:chExt cx="96285" cy="2435229"/>
            </a:xfrm>
            <a:grpFill/>
          </p:grpSpPr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7147D470-92C2-7947-284C-BF0D5798D029}"/>
                  </a:ext>
                </a:extLst>
              </p:cNvPr>
              <p:cNvSpPr/>
              <p:nvPr userDrawn="1"/>
            </p:nvSpPr>
            <p:spPr>
              <a:xfrm rot="5400000">
                <a:off x="-171669" y="347358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55E7B043-CE4F-E726-0F6A-E95B793B4444}"/>
                  </a:ext>
                </a:extLst>
              </p:cNvPr>
              <p:cNvSpPr/>
              <p:nvPr userDrawn="1"/>
            </p:nvSpPr>
            <p:spPr>
              <a:xfrm rot="5400000">
                <a:off x="-171669" y="5762831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5E540DE-0BC4-352B-511B-4A1683FBC3F9}"/>
                </a:ext>
              </a:extLst>
            </p:cNvPr>
            <p:cNvGrpSpPr/>
            <p:nvPr userDrawn="1"/>
          </p:nvGrpSpPr>
          <p:grpSpPr>
            <a:xfrm>
              <a:off x="340827" y="-156737"/>
              <a:ext cx="11516346" cy="96285"/>
              <a:chOff x="340827" y="-156737"/>
              <a:chExt cx="11516346" cy="96285"/>
            </a:xfrm>
            <a:grpFill/>
          </p:grpSpPr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4BB53C4B-DE2D-01AC-FAC2-186695749859}"/>
                  </a:ext>
                </a:extLst>
              </p:cNvPr>
              <p:cNvSpPr/>
              <p:nvPr userDrawn="1"/>
            </p:nvSpPr>
            <p:spPr>
              <a:xfrm rot="10800000">
                <a:off x="340827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8697A691-2F2D-0117-8130-9AB150FD4502}"/>
                  </a:ext>
                </a:extLst>
              </p:cNvPr>
              <p:cNvSpPr/>
              <p:nvPr userDrawn="1"/>
            </p:nvSpPr>
            <p:spPr>
              <a:xfrm rot="10800000">
                <a:off x="9623975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529B41B3-C2E7-7EA6-E544-41C29DD88F43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01C1459-D5D7-92D0-D4BE-0090BAB1072F}"/>
                </a:ext>
              </a:extLst>
            </p:cNvPr>
            <p:cNvGrpSpPr/>
            <p:nvPr userDrawn="1"/>
          </p:nvGrpSpPr>
          <p:grpSpPr>
            <a:xfrm rot="10800000">
              <a:off x="12256168" y="3448735"/>
              <a:ext cx="96285" cy="2435229"/>
              <a:chOff x="-146821" y="1344888"/>
              <a:chExt cx="96285" cy="2435229"/>
            </a:xfrm>
            <a:grpFill/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F758D1A1-DE0C-030A-6A0B-8B91F378A0A5}"/>
                  </a:ext>
                </a:extLst>
              </p:cNvPr>
              <p:cNvSpPr/>
              <p:nvPr userDrawn="1"/>
            </p:nvSpPr>
            <p:spPr>
              <a:xfrm rot="5400000">
                <a:off x="-171669" y="1369736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C2B1FEEA-B08D-2BA1-24FE-4E7B85BC0CDF}"/>
                  </a:ext>
                </a:extLst>
              </p:cNvPr>
              <p:cNvSpPr/>
              <p:nvPr userDrawn="1"/>
            </p:nvSpPr>
            <p:spPr>
              <a:xfrm rot="5400000">
                <a:off x="-171669" y="365898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DF2686D-D62D-B394-4ADD-A41B3AD190A3}"/>
                </a:ext>
              </a:extLst>
            </p:cNvPr>
            <p:cNvGrpSpPr/>
            <p:nvPr userDrawn="1"/>
          </p:nvGrpSpPr>
          <p:grpSpPr>
            <a:xfrm rot="10800000">
              <a:off x="340827" y="6915082"/>
              <a:ext cx="11516346" cy="131119"/>
              <a:chOff x="340827" y="-92569"/>
              <a:chExt cx="11516346" cy="131119"/>
            </a:xfrm>
            <a:grpFill/>
          </p:grpSpPr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D0CC5DE3-477A-13D3-7F81-02ED7B9EB704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43AA42BB-0E8A-5F87-20AE-031E007C6488}"/>
                  </a:ext>
                </a:extLst>
              </p:cNvPr>
              <p:cNvSpPr/>
              <p:nvPr userDrawn="1"/>
            </p:nvSpPr>
            <p:spPr>
              <a:xfrm rot="10800000">
                <a:off x="11711192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33C5C47F-84FF-8D68-462E-49C8C52536F8}"/>
                  </a:ext>
                </a:extLst>
              </p:cNvPr>
              <p:cNvSpPr/>
              <p:nvPr userDrawn="1"/>
            </p:nvSpPr>
            <p:spPr>
              <a:xfrm rot="10800000">
                <a:off x="2428044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2189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Siemens Digital Industries Software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3563922-9557-CB03-69FE-4C53EF7ACC84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F59A9F4-5252-2DF1-8FE7-2AD0B35E3C01}"/>
                </a:ext>
              </a:extLst>
            </p:cNvPr>
            <p:cNvGrpSpPr/>
            <p:nvPr userDrawn="1"/>
          </p:nvGrpSpPr>
          <p:grpSpPr>
            <a:xfrm>
              <a:off x="-146821" y="3448735"/>
              <a:ext cx="96285" cy="2435229"/>
              <a:chOff x="-146821" y="3448735"/>
              <a:chExt cx="96285" cy="2435229"/>
            </a:xfrm>
            <a:grpFill/>
          </p:grpSpPr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EE29110D-EE5C-A4AC-F3A6-F07D7AE4CC21}"/>
                  </a:ext>
                </a:extLst>
              </p:cNvPr>
              <p:cNvSpPr/>
              <p:nvPr userDrawn="1"/>
            </p:nvSpPr>
            <p:spPr>
              <a:xfrm rot="5400000">
                <a:off x="-171669" y="347358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1040D161-FF4F-FD4A-B427-1A1E185B2F65}"/>
                  </a:ext>
                </a:extLst>
              </p:cNvPr>
              <p:cNvSpPr/>
              <p:nvPr userDrawn="1"/>
            </p:nvSpPr>
            <p:spPr>
              <a:xfrm rot="5400000">
                <a:off x="-171669" y="5762831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F885F30-A19E-0EDB-0901-FB29F0E5E41D}"/>
                </a:ext>
              </a:extLst>
            </p:cNvPr>
            <p:cNvGrpSpPr/>
            <p:nvPr userDrawn="1"/>
          </p:nvGrpSpPr>
          <p:grpSpPr>
            <a:xfrm>
              <a:off x="340827" y="-156737"/>
              <a:ext cx="11516346" cy="96285"/>
              <a:chOff x="340827" y="-156737"/>
              <a:chExt cx="11516346" cy="96285"/>
            </a:xfrm>
            <a:grpFill/>
          </p:grpSpPr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31E7C436-E474-A1F3-E73A-09CFB40F1A45}"/>
                  </a:ext>
                </a:extLst>
              </p:cNvPr>
              <p:cNvSpPr/>
              <p:nvPr userDrawn="1"/>
            </p:nvSpPr>
            <p:spPr>
              <a:xfrm rot="10800000">
                <a:off x="340827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51D52376-704A-57C6-31C6-35CCD2A02A01}"/>
                  </a:ext>
                </a:extLst>
              </p:cNvPr>
              <p:cNvSpPr/>
              <p:nvPr userDrawn="1"/>
            </p:nvSpPr>
            <p:spPr>
              <a:xfrm rot="10800000">
                <a:off x="9623975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ACC11D79-93C9-69DB-72EF-6E20BC464E43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29C199A-AF77-0E81-3892-2412DF80D690}"/>
                </a:ext>
              </a:extLst>
            </p:cNvPr>
            <p:cNvGrpSpPr/>
            <p:nvPr userDrawn="1"/>
          </p:nvGrpSpPr>
          <p:grpSpPr>
            <a:xfrm rot="10800000">
              <a:off x="12256168" y="3448735"/>
              <a:ext cx="96285" cy="2435229"/>
              <a:chOff x="-146821" y="1344888"/>
              <a:chExt cx="96285" cy="2435229"/>
            </a:xfrm>
            <a:grpFill/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8DDB14F2-1362-1A95-26BC-C5B20710FC66}"/>
                  </a:ext>
                </a:extLst>
              </p:cNvPr>
              <p:cNvSpPr/>
              <p:nvPr userDrawn="1"/>
            </p:nvSpPr>
            <p:spPr>
              <a:xfrm rot="5400000">
                <a:off x="-171669" y="1369736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4C672C23-A11B-B86A-B6E3-9B8AD0571565}"/>
                  </a:ext>
                </a:extLst>
              </p:cNvPr>
              <p:cNvSpPr/>
              <p:nvPr userDrawn="1"/>
            </p:nvSpPr>
            <p:spPr>
              <a:xfrm rot="5400000">
                <a:off x="-171669" y="365898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BEC3BAA-3F78-DFD3-4465-638DEF84C0FB}"/>
                </a:ext>
              </a:extLst>
            </p:cNvPr>
            <p:cNvGrpSpPr/>
            <p:nvPr userDrawn="1"/>
          </p:nvGrpSpPr>
          <p:grpSpPr>
            <a:xfrm rot="10800000">
              <a:off x="340827" y="6915082"/>
              <a:ext cx="11516346" cy="131119"/>
              <a:chOff x="340827" y="-92569"/>
              <a:chExt cx="11516346" cy="131119"/>
            </a:xfrm>
            <a:grpFill/>
          </p:grpSpPr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E38AAF76-4A2C-3560-B127-232D87173094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9F34D1F1-A1B4-BAEB-97C9-3539E9C35EC6}"/>
                  </a:ext>
                </a:extLst>
              </p:cNvPr>
              <p:cNvSpPr/>
              <p:nvPr userDrawn="1"/>
            </p:nvSpPr>
            <p:spPr>
              <a:xfrm rot="10800000">
                <a:off x="11711192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77BB8B3C-E143-5326-C7E7-78DB167F1D85}"/>
                  </a:ext>
                </a:extLst>
              </p:cNvPr>
              <p:cNvSpPr/>
              <p:nvPr userDrawn="1"/>
            </p:nvSpPr>
            <p:spPr>
              <a:xfrm rot="10800000">
                <a:off x="2428044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7232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399" y="1414463"/>
            <a:ext cx="11370437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Siemens Digital Industries Software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44CB4F-9059-FD18-4E4D-2722BD290A19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F9805C1-6AAF-B8A8-B096-B56A7033E015}"/>
                </a:ext>
              </a:extLst>
            </p:cNvPr>
            <p:cNvGrpSpPr/>
            <p:nvPr userDrawn="1"/>
          </p:nvGrpSpPr>
          <p:grpSpPr>
            <a:xfrm>
              <a:off x="-146821" y="3448735"/>
              <a:ext cx="96285" cy="2435229"/>
              <a:chOff x="-146821" y="3448735"/>
              <a:chExt cx="96285" cy="2435229"/>
            </a:xfrm>
            <a:grpFill/>
          </p:grpSpPr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7A08C63D-D1FB-B69F-E9E0-A43E11D7F9BC}"/>
                  </a:ext>
                </a:extLst>
              </p:cNvPr>
              <p:cNvSpPr/>
              <p:nvPr userDrawn="1"/>
            </p:nvSpPr>
            <p:spPr>
              <a:xfrm rot="5400000">
                <a:off x="-171669" y="347358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F25914BA-8486-03BF-EB20-6B6983BDE087}"/>
                  </a:ext>
                </a:extLst>
              </p:cNvPr>
              <p:cNvSpPr/>
              <p:nvPr userDrawn="1"/>
            </p:nvSpPr>
            <p:spPr>
              <a:xfrm rot="5400000">
                <a:off x="-171669" y="5762831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4041F1B-62B1-90D1-205E-07B4422BD5B6}"/>
                </a:ext>
              </a:extLst>
            </p:cNvPr>
            <p:cNvGrpSpPr/>
            <p:nvPr userDrawn="1"/>
          </p:nvGrpSpPr>
          <p:grpSpPr>
            <a:xfrm>
              <a:off x="340827" y="-156737"/>
              <a:ext cx="11516346" cy="96285"/>
              <a:chOff x="340827" y="-156737"/>
              <a:chExt cx="11516346" cy="96285"/>
            </a:xfrm>
            <a:grpFill/>
          </p:grpSpPr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A644B6F1-DCC5-0E7A-5A8D-FCE9B491072F}"/>
                  </a:ext>
                </a:extLst>
              </p:cNvPr>
              <p:cNvSpPr/>
              <p:nvPr userDrawn="1"/>
            </p:nvSpPr>
            <p:spPr>
              <a:xfrm rot="10800000">
                <a:off x="340827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B195E3BC-3796-3DA3-EF05-F7F2A98CC18B}"/>
                  </a:ext>
                </a:extLst>
              </p:cNvPr>
              <p:cNvSpPr/>
              <p:nvPr userDrawn="1"/>
            </p:nvSpPr>
            <p:spPr>
              <a:xfrm rot="10800000">
                <a:off x="9623975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95AFA029-BE73-8E11-1780-3BD65502C9A1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7F8A06F-3280-528B-A5D5-BD6F7274780B}"/>
                </a:ext>
              </a:extLst>
            </p:cNvPr>
            <p:cNvGrpSpPr/>
            <p:nvPr userDrawn="1"/>
          </p:nvGrpSpPr>
          <p:grpSpPr>
            <a:xfrm rot="10800000">
              <a:off x="12256168" y="3448735"/>
              <a:ext cx="96285" cy="2435229"/>
              <a:chOff x="-146821" y="1344888"/>
              <a:chExt cx="96285" cy="2435229"/>
            </a:xfrm>
            <a:grpFill/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94289805-467A-BB87-30C8-2ACCA8AEA7BE}"/>
                  </a:ext>
                </a:extLst>
              </p:cNvPr>
              <p:cNvSpPr/>
              <p:nvPr userDrawn="1"/>
            </p:nvSpPr>
            <p:spPr>
              <a:xfrm rot="5400000">
                <a:off x="-171669" y="1369736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56E33086-E520-EC92-C27F-A7312D29A188}"/>
                  </a:ext>
                </a:extLst>
              </p:cNvPr>
              <p:cNvSpPr/>
              <p:nvPr userDrawn="1"/>
            </p:nvSpPr>
            <p:spPr>
              <a:xfrm rot="5400000">
                <a:off x="-171669" y="365898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2EE9FC4-0298-104D-F89A-E15FD828BA3B}"/>
                </a:ext>
              </a:extLst>
            </p:cNvPr>
            <p:cNvGrpSpPr/>
            <p:nvPr userDrawn="1"/>
          </p:nvGrpSpPr>
          <p:grpSpPr>
            <a:xfrm rot="10800000">
              <a:off x="340827" y="6915082"/>
              <a:ext cx="11516346" cy="131119"/>
              <a:chOff x="340827" y="-92569"/>
              <a:chExt cx="11516346" cy="131119"/>
            </a:xfrm>
            <a:grpFill/>
          </p:grpSpPr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4D36B542-3A4A-C696-048B-7B47013ECBD8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471F26DF-7136-88CD-7704-7671E990D136}"/>
                  </a:ext>
                </a:extLst>
              </p:cNvPr>
              <p:cNvSpPr/>
              <p:nvPr userDrawn="1"/>
            </p:nvSpPr>
            <p:spPr>
              <a:xfrm rot="10800000">
                <a:off x="11711192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3511A3AC-0148-229D-B796-8E7F23C4850C}"/>
                  </a:ext>
                </a:extLst>
              </p:cNvPr>
              <p:cNvSpPr/>
              <p:nvPr userDrawn="1"/>
            </p:nvSpPr>
            <p:spPr>
              <a:xfrm rot="10800000">
                <a:off x="2428044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211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Siemens Digital Industries Software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1C90D8-A2BA-820E-6783-53D5E924A2EE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74266DE-DAFD-80BD-0BF3-798EE68F158D}"/>
                </a:ext>
              </a:extLst>
            </p:cNvPr>
            <p:cNvGrpSpPr/>
            <p:nvPr userDrawn="1"/>
          </p:nvGrpSpPr>
          <p:grpSpPr>
            <a:xfrm>
              <a:off x="-146821" y="3448735"/>
              <a:ext cx="96285" cy="2435229"/>
              <a:chOff x="-146821" y="3448735"/>
              <a:chExt cx="96285" cy="2435229"/>
            </a:xfrm>
            <a:grpFill/>
          </p:grpSpPr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8981B695-F7B9-2CE1-45D6-35218578371B}"/>
                  </a:ext>
                </a:extLst>
              </p:cNvPr>
              <p:cNvSpPr/>
              <p:nvPr userDrawn="1"/>
            </p:nvSpPr>
            <p:spPr>
              <a:xfrm rot="5400000">
                <a:off x="-171669" y="347358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D3C1F834-21CC-D1B7-E86B-4670AD6C93A8}"/>
                  </a:ext>
                </a:extLst>
              </p:cNvPr>
              <p:cNvSpPr/>
              <p:nvPr userDrawn="1"/>
            </p:nvSpPr>
            <p:spPr>
              <a:xfrm rot="5400000">
                <a:off x="-171669" y="5762831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2417D0-DDAE-8BCE-21FE-C30B303319E7}"/>
                </a:ext>
              </a:extLst>
            </p:cNvPr>
            <p:cNvGrpSpPr/>
            <p:nvPr userDrawn="1"/>
          </p:nvGrpSpPr>
          <p:grpSpPr>
            <a:xfrm>
              <a:off x="340827" y="-156737"/>
              <a:ext cx="11516346" cy="96285"/>
              <a:chOff x="340827" y="-156737"/>
              <a:chExt cx="11516346" cy="96285"/>
            </a:xfrm>
            <a:grpFill/>
          </p:grpSpPr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348AC3CC-78C1-F508-B8DC-AFAC2D1C4E0A}"/>
                  </a:ext>
                </a:extLst>
              </p:cNvPr>
              <p:cNvSpPr/>
              <p:nvPr userDrawn="1"/>
            </p:nvSpPr>
            <p:spPr>
              <a:xfrm rot="10800000">
                <a:off x="340827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31356E7D-F431-39F2-0796-351C4DFB639D}"/>
                  </a:ext>
                </a:extLst>
              </p:cNvPr>
              <p:cNvSpPr/>
              <p:nvPr userDrawn="1"/>
            </p:nvSpPr>
            <p:spPr>
              <a:xfrm rot="10800000">
                <a:off x="9623975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299B9CC9-E0FA-1A36-FDD0-F747A7C38A91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7D76165-C1BF-FCC8-1646-D9480F1BB4E1}"/>
                </a:ext>
              </a:extLst>
            </p:cNvPr>
            <p:cNvGrpSpPr/>
            <p:nvPr userDrawn="1"/>
          </p:nvGrpSpPr>
          <p:grpSpPr>
            <a:xfrm rot="10800000">
              <a:off x="12256168" y="3448735"/>
              <a:ext cx="96285" cy="2435229"/>
              <a:chOff x="-146821" y="1344888"/>
              <a:chExt cx="96285" cy="2435229"/>
            </a:xfrm>
            <a:grpFill/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45787F3D-E6A3-27B1-1527-437123A2F1C6}"/>
                  </a:ext>
                </a:extLst>
              </p:cNvPr>
              <p:cNvSpPr/>
              <p:nvPr userDrawn="1"/>
            </p:nvSpPr>
            <p:spPr>
              <a:xfrm rot="5400000">
                <a:off x="-171669" y="1369736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7B2F7491-D07B-0FCE-D2DE-E4F7ED4542AB}"/>
                  </a:ext>
                </a:extLst>
              </p:cNvPr>
              <p:cNvSpPr/>
              <p:nvPr userDrawn="1"/>
            </p:nvSpPr>
            <p:spPr>
              <a:xfrm rot="5400000">
                <a:off x="-171669" y="365898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02FEC24-8E26-3397-0310-B37127E3B5E2}"/>
                </a:ext>
              </a:extLst>
            </p:cNvPr>
            <p:cNvGrpSpPr/>
            <p:nvPr userDrawn="1"/>
          </p:nvGrpSpPr>
          <p:grpSpPr>
            <a:xfrm rot="10800000">
              <a:off x="340827" y="6915082"/>
              <a:ext cx="11516346" cy="131119"/>
              <a:chOff x="340827" y="-92569"/>
              <a:chExt cx="11516346" cy="131119"/>
            </a:xfrm>
            <a:grpFill/>
          </p:grpSpPr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C59D4B47-82C7-9220-BB84-4944612ECC0F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D9A16D5B-82F7-303F-113C-1BE3DE267814}"/>
                  </a:ext>
                </a:extLst>
              </p:cNvPr>
              <p:cNvSpPr/>
              <p:nvPr userDrawn="1"/>
            </p:nvSpPr>
            <p:spPr>
              <a:xfrm rot="10800000">
                <a:off x="11711192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B5313F34-86DA-B645-ACD9-3CAF05542A3B}"/>
                  </a:ext>
                </a:extLst>
              </p:cNvPr>
              <p:cNvSpPr/>
              <p:nvPr userDrawn="1"/>
            </p:nvSpPr>
            <p:spPr>
              <a:xfrm rot="10800000">
                <a:off x="2428044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1842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Siemens Digital Industries Software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49431B-F1B3-513F-836A-CE8BF2346DFD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7CBC2F1-6188-59A9-157F-339577C63A3E}"/>
                </a:ext>
              </a:extLst>
            </p:cNvPr>
            <p:cNvGrpSpPr/>
            <p:nvPr userDrawn="1"/>
          </p:nvGrpSpPr>
          <p:grpSpPr>
            <a:xfrm>
              <a:off x="-146821" y="3448735"/>
              <a:ext cx="96285" cy="2435229"/>
              <a:chOff x="-146821" y="3448735"/>
              <a:chExt cx="96285" cy="2435229"/>
            </a:xfrm>
            <a:grpFill/>
          </p:grpSpPr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A079D7CE-12C3-654B-92BA-9768C96119EF}"/>
                  </a:ext>
                </a:extLst>
              </p:cNvPr>
              <p:cNvSpPr/>
              <p:nvPr userDrawn="1"/>
            </p:nvSpPr>
            <p:spPr>
              <a:xfrm rot="5400000">
                <a:off x="-171669" y="347358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5F43571C-F8D4-44E5-304A-5EF2ACF7AE35}"/>
                  </a:ext>
                </a:extLst>
              </p:cNvPr>
              <p:cNvSpPr/>
              <p:nvPr userDrawn="1"/>
            </p:nvSpPr>
            <p:spPr>
              <a:xfrm rot="5400000">
                <a:off x="-171669" y="5762831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D4E54B1-30FC-0FF6-D49C-13FE4488FC27}"/>
                </a:ext>
              </a:extLst>
            </p:cNvPr>
            <p:cNvGrpSpPr/>
            <p:nvPr userDrawn="1"/>
          </p:nvGrpSpPr>
          <p:grpSpPr>
            <a:xfrm>
              <a:off x="340827" y="-156737"/>
              <a:ext cx="11516346" cy="96285"/>
              <a:chOff x="340827" y="-156737"/>
              <a:chExt cx="11516346" cy="96285"/>
            </a:xfrm>
            <a:grpFill/>
          </p:grpSpPr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2E3EB679-EC6A-685E-9D55-406346EBD5A5}"/>
                  </a:ext>
                </a:extLst>
              </p:cNvPr>
              <p:cNvSpPr/>
              <p:nvPr userDrawn="1"/>
            </p:nvSpPr>
            <p:spPr>
              <a:xfrm rot="10800000">
                <a:off x="340827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F72A612C-7489-101A-5A53-B76EBAECC623}"/>
                  </a:ext>
                </a:extLst>
              </p:cNvPr>
              <p:cNvSpPr/>
              <p:nvPr userDrawn="1"/>
            </p:nvSpPr>
            <p:spPr>
              <a:xfrm rot="10800000">
                <a:off x="9623975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85B76BBA-B20F-A384-43FC-789089E097DF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BFF6411-3462-D487-9908-C0566DA0929D}"/>
                </a:ext>
              </a:extLst>
            </p:cNvPr>
            <p:cNvGrpSpPr/>
            <p:nvPr userDrawn="1"/>
          </p:nvGrpSpPr>
          <p:grpSpPr>
            <a:xfrm rot="10800000">
              <a:off x="12256168" y="3448735"/>
              <a:ext cx="96285" cy="2435229"/>
              <a:chOff x="-146821" y="1344888"/>
              <a:chExt cx="96285" cy="2435229"/>
            </a:xfrm>
            <a:grpFill/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B0013ADC-025C-B8EB-50DA-1AD9C2423C3B}"/>
                  </a:ext>
                </a:extLst>
              </p:cNvPr>
              <p:cNvSpPr/>
              <p:nvPr userDrawn="1"/>
            </p:nvSpPr>
            <p:spPr>
              <a:xfrm rot="5400000">
                <a:off x="-171669" y="1369736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DFE47E65-E3EA-EA62-5380-A043A741D1EC}"/>
                  </a:ext>
                </a:extLst>
              </p:cNvPr>
              <p:cNvSpPr/>
              <p:nvPr userDrawn="1"/>
            </p:nvSpPr>
            <p:spPr>
              <a:xfrm rot="5400000">
                <a:off x="-171669" y="365898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04880D3-78C3-2E15-71CE-6180D5F3C215}"/>
                </a:ext>
              </a:extLst>
            </p:cNvPr>
            <p:cNvGrpSpPr/>
            <p:nvPr userDrawn="1"/>
          </p:nvGrpSpPr>
          <p:grpSpPr>
            <a:xfrm rot="10800000">
              <a:off x="340827" y="6915082"/>
              <a:ext cx="11516346" cy="131119"/>
              <a:chOff x="340827" y="-92569"/>
              <a:chExt cx="11516346" cy="131119"/>
            </a:xfrm>
            <a:grpFill/>
          </p:grpSpPr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F6F50871-F934-B750-8BA3-3A771BF1199B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35802B02-89E7-E96E-BAA4-9A29E83C44BB}"/>
                  </a:ext>
                </a:extLst>
              </p:cNvPr>
              <p:cNvSpPr/>
              <p:nvPr userDrawn="1"/>
            </p:nvSpPr>
            <p:spPr>
              <a:xfrm rot="10800000">
                <a:off x="11711192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E35C3BF7-6657-C48E-6F48-7E35966DC4A9}"/>
                  </a:ext>
                </a:extLst>
              </p:cNvPr>
              <p:cNvSpPr/>
              <p:nvPr userDrawn="1"/>
            </p:nvSpPr>
            <p:spPr>
              <a:xfrm rot="10800000">
                <a:off x="2428044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42984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36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36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Siemens Digital Industries Software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05FFC7C-EB0C-B081-970B-056C3851884E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8755B7C-30FD-69B0-7567-5E800560A890}"/>
                </a:ext>
              </a:extLst>
            </p:cNvPr>
            <p:cNvGrpSpPr/>
            <p:nvPr userDrawn="1"/>
          </p:nvGrpSpPr>
          <p:grpSpPr>
            <a:xfrm>
              <a:off x="-146821" y="3448735"/>
              <a:ext cx="96285" cy="2435229"/>
              <a:chOff x="-146821" y="3448735"/>
              <a:chExt cx="96285" cy="2435229"/>
            </a:xfrm>
            <a:grpFill/>
          </p:grpSpPr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602B1C79-65FC-0CD5-F593-5C20FC8B5567}"/>
                  </a:ext>
                </a:extLst>
              </p:cNvPr>
              <p:cNvSpPr/>
              <p:nvPr userDrawn="1"/>
            </p:nvSpPr>
            <p:spPr>
              <a:xfrm rot="5400000">
                <a:off x="-171669" y="347358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7DBAEDA6-E2BD-3C3E-FDAE-D62139E6514B}"/>
                  </a:ext>
                </a:extLst>
              </p:cNvPr>
              <p:cNvSpPr/>
              <p:nvPr userDrawn="1"/>
            </p:nvSpPr>
            <p:spPr>
              <a:xfrm rot="5400000">
                <a:off x="-171669" y="5762831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749F856-2F71-4662-831C-62FBD1B981D0}"/>
                </a:ext>
              </a:extLst>
            </p:cNvPr>
            <p:cNvGrpSpPr/>
            <p:nvPr userDrawn="1"/>
          </p:nvGrpSpPr>
          <p:grpSpPr>
            <a:xfrm>
              <a:off x="340827" y="-156737"/>
              <a:ext cx="11516346" cy="96285"/>
              <a:chOff x="340827" y="-156737"/>
              <a:chExt cx="11516346" cy="96285"/>
            </a:xfrm>
            <a:grpFill/>
          </p:grpSpPr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9D7C69A6-AF7A-6A11-26E1-E334E13611FD}"/>
                  </a:ext>
                </a:extLst>
              </p:cNvPr>
              <p:cNvSpPr/>
              <p:nvPr userDrawn="1"/>
            </p:nvSpPr>
            <p:spPr>
              <a:xfrm rot="10800000">
                <a:off x="340827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E2ADD8C1-8B6C-D7CB-8B08-D95889AFA1E6}"/>
                  </a:ext>
                </a:extLst>
              </p:cNvPr>
              <p:cNvSpPr/>
              <p:nvPr userDrawn="1"/>
            </p:nvSpPr>
            <p:spPr>
              <a:xfrm rot="10800000">
                <a:off x="9623975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3FD7A939-9F04-B9D8-CB24-1EA646AE32A5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478709-83BF-B03D-E036-1B431975D2BE}"/>
                </a:ext>
              </a:extLst>
            </p:cNvPr>
            <p:cNvGrpSpPr/>
            <p:nvPr userDrawn="1"/>
          </p:nvGrpSpPr>
          <p:grpSpPr>
            <a:xfrm rot="10800000">
              <a:off x="12256168" y="3448735"/>
              <a:ext cx="96285" cy="2435229"/>
              <a:chOff x="-146821" y="1344888"/>
              <a:chExt cx="96285" cy="2435229"/>
            </a:xfrm>
            <a:grpFill/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BAFDA201-3926-92EE-C269-9278FDDF9CFD}"/>
                  </a:ext>
                </a:extLst>
              </p:cNvPr>
              <p:cNvSpPr/>
              <p:nvPr userDrawn="1"/>
            </p:nvSpPr>
            <p:spPr>
              <a:xfrm rot="5400000">
                <a:off x="-171669" y="1369736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0E094FB3-0C4F-4454-FFA3-59127D60F9D0}"/>
                  </a:ext>
                </a:extLst>
              </p:cNvPr>
              <p:cNvSpPr/>
              <p:nvPr userDrawn="1"/>
            </p:nvSpPr>
            <p:spPr>
              <a:xfrm rot="5400000">
                <a:off x="-171669" y="365898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CD35D87-B2C3-5B38-0544-99F4DC0E95EB}"/>
                </a:ext>
              </a:extLst>
            </p:cNvPr>
            <p:cNvGrpSpPr/>
            <p:nvPr userDrawn="1"/>
          </p:nvGrpSpPr>
          <p:grpSpPr>
            <a:xfrm rot="10800000">
              <a:off x="340827" y="6915082"/>
              <a:ext cx="11516346" cy="131119"/>
              <a:chOff x="340827" y="-92569"/>
              <a:chExt cx="11516346" cy="131119"/>
            </a:xfrm>
            <a:grpFill/>
          </p:grpSpPr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0DD097E8-E3FB-DFF1-2106-DC4F8DFCE50D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C6B56512-C43A-1D4D-D4F0-0FC2100C6695}"/>
                  </a:ext>
                </a:extLst>
              </p:cNvPr>
              <p:cNvSpPr/>
              <p:nvPr userDrawn="1"/>
            </p:nvSpPr>
            <p:spPr>
              <a:xfrm rot="10800000">
                <a:off x="11711192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AA4CFF78-A5ED-036D-126A-5862FBE3D228}"/>
                  </a:ext>
                </a:extLst>
              </p:cNvPr>
              <p:cNvSpPr/>
              <p:nvPr userDrawn="1"/>
            </p:nvSpPr>
            <p:spPr>
              <a:xfrm rot="10800000">
                <a:off x="2428044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55755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Siemens Digital Industries Software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D1CBB1-54C1-A44A-3A42-929A38D32DA2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808BEF8-CBB1-9CEF-14B6-AF184035BC23}"/>
                </a:ext>
              </a:extLst>
            </p:cNvPr>
            <p:cNvGrpSpPr/>
            <p:nvPr userDrawn="1"/>
          </p:nvGrpSpPr>
          <p:grpSpPr>
            <a:xfrm>
              <a:off x="-146821" y="3448735"/>
              <a:ext cx="96285" cy="2435229"/>
              <a:chOff x="-146821" y="3448735"/>
              <a:chExt cx="96285" cy="2435229"/>
            </a:xfrm>
            <a:grpFill/>
          </p:grpSpPr>
          <p:sp>
            <p:nvSpPr>
              <p:cNvPr id="22" name="Triangle 21">
                <a:extLst>
                  <a:ext uri="{FF2B5EF4-FFF2-40B4-BE49-F238E27FC236}">
                    <a16:creationId xmlns:a16="http://schemas.microsoft.com/office/drawing/2014/main" id="{53A5F482-E806-8077-4F0A-4FB82F6EF903}"/>
                  </a:ext>
                </a:extLst>
              </p:cNvPr>
              <p:cNvSpPr/>
              <p:nvPr userDrawn="1"/>
            </p:nvSpPr>
            <p:spPr>
              <a:xfrm rot="5400000">
                <a:off x="-171669" y="347358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3" name="Triangle 22">
                <a:extLst>
                  <a:ext uri="{FF2B5EF4-FFF2-40B4-BE49-F238E27FC236}">
                    <a16:creationId xmlns:a16="http://schemas.microsoft.com/office/drawing/2014/main" id="{740FAAA9-36DE-074F-5413-F572D62028F0}"/>
                  </a:ext>
                </a:extLst>
              </p:cNvPr>
              <p:cNvSpPr/>
              <p:nvPr userDrawn="1"/>
            </p:nvSpPr>
            <p:spPr>
              <a:xfrm rot="5400000">
                <a:off x="-171669" y="5762831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1D7340-0ED3-F332-0202-62E5334F8D00}"/>
                </a:ext>
              </a:extLst>
            </p:cNvPr>
            <p:cNvGrpSpPr/>
            <p:nvPr userDrawn="1"/>
          </p:nvGrpSpPr>
          <p:grpSpPr>
            <a:xfrm>
              <a:off x="340827" y="-156737"/>
              <a:ext cx="11516346" cy="96285"/>
              <a:chOff x="340827" y="-156737"/>
              <a:chExt cx="11516346" cy="96285"/>
            </a:xfrm>
            <a:grpFill/>
          </p:grpSpPr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CE13EBB7-57CB-47B6-FCC2-E34A37D8C03E}"/>
                  </a:ext>
                </a:extLst>
              </p:cNvPr>
              <p:cNvSpPr/>
              <p:nvPr userDrawn="1"/>
            </p:nvSpPr>
            <p:spPr>
              <a:xfrm rot="10800000">
                <a:off x="340827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FF95EB33-99E8-0D03-E176-35B054004441}"/>
                  </a:ext>
                </a:extLst>
              </p:cNvPr>
              <p:cNvSpPr/>
              <p:nvPr userDrawn="1"/>
            </p:nvSpPr>
            <p:spPr>
              <a:xfrm rot="10800000">
                <a:off x="10201309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CC7BC096-3495-DA17-2C7E-795FB0EB8B7C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8E82E133-A74B-030B-B8C7-BC6C94F066DB}"/>
                  </a:ext>
                </a:extLst>
              </p:cNvPr>
              <p:cNvSpPr/>
              <p:nvPr userDrawn="1"/>
            </p:nvSpPr>
            <p:spPr>
              <a:xfrm rot="10800000">
                <a:off x="7553904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C68BC9D-2693-39DC-B6B9-3AA668CE6C26}"/>
                </a:ext>
              </a:extLst>
            </p:cNvPr>
            <p:cNvGrpSpPr/>
            <p:nvPr userDrawn="1"/>
          </p:nvGrpSpPr>
          <p:grpSpPr>
            <a:xfrm rot="10800000">
              <a:off x="12256168" y="3448735"/>
              <a:ext cx="96285" cy="2435229"/>
              <a:chOff x="-146821" y="1344888"/>
              <a:chExt cx="96285" cy="2435229"/>
            </a:xfrm>
            <a:grpFill/>
          </p:grpSpPr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AFEC8025-C8B0-9521-1AED-6AFB9DCE5D14}"/>
                  </a:ext>
                </a:extLst>
              </p:cNvPr>
              <p:cNvSpPr/>
              <p:nvPr userDrawn="1"/>
            </p:nvSpPr>
            <p:spPr>
              <a:xfrm rot="5400000">
                <a:off x="-171669" y="1369736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22AD03C0-B32F-FFD0-1069-39AA398A9A11}"/>
                  </a:ext>
                </a:extLst>
              </p:cNvPr>
              <p:cNvSpPr/>
              <p:nvPr userDrawn="1"/>
            </p:nvSpPr>
            <p:spPr>
              <a:xfrm rot="5400000">
                <a:off x="-171669" y="365898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5BA3BD9-1774-FE33-1549-0723380A6CE7}"/>
                </a:ext>
              </a:extLst>
            </p:cNvPr>
            <p:cNvGrpSpPr/>
            <p:nvPr userDrawn="1"/>
          </p:nvGrpSpPr>
          <p:grpSpPr>
            <a:xfrm rot="10800000">
              <a:off x="340827" y="6915082"/>
              <a:ext cx="11516346" cy="131119"/>
              <a:chOff x="340827" y="-92569"/>
              <a:chExt cx="11516346" cy="131119"/>
            </a:xfrm>
            <a:grpFill/>
          </p:grpSpPr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9DD31D4B-DBAC-8AF9-398D-09CEFDE0337E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F749A79E-5B44-7868-D258-1E9B1E4F5B26}"/>
                  </a:ext>
                </a:extLst>
              </p:cNvPr>
              <p:cNvSpPr/>
              <p:nvPr userDrawn="1"/>
            </p:nvSpPr>
            <p:spPr>
              <a:xfrm rot="10800000">
                <a:off x="11711192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9C5B3747-14A7-0901-4B03-832F7E00A558}"/>
                  </a:ext>
                </a:extLst>
              </p:cNvPr>
              <p:cNvSpPr/>
              <p:nvPr userDrawn="1"/>
            </p:nvSpPr>
            <p:spPr>
              <a:xfrm rot="10800000">
                <a:off x="1850710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B755A0DC-B821-422F-671F-4475A9F33A92}"/>
                  </a:ext>
                </a:extLst>
              </p:cNvPr>
              <p:cNvSpPr/>
              <p:nvPr userDrawn="1"/>
            </p:nvSpPr>
            <p:spPr>
              <a:xfrm rot="10800000">
                <a:off x="4498115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8399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Siemens Digital Industries Software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802ABDF-0323-962C-C21E-8CFB4F3A068D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184E134-7D71-825E-E6C0-FB794E642993}"/>
                </a:ext>
              </a:extLst>
            </p:cNvPr>
            <p:cNvGrpSpPr/>
            <p:nvPr userDrawn="1"/>
          </p:nvGrpSpPr>
          <p:grpSpPr>
            <a:xfrm>
              <a:off x="-146821" y="3448735"/>
              <a:ext cx="96285" cy="2435229"/>
              <a:chOff x="-146821" y="3448735"/>
              <a:chExt cx="96285" cy="2435229"/>
            </a:xfrm>
            <a:grpFill/>
          </p:grpSpPr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CE33B2A4-23F2-63F8-07F7-7801F17E0CFE}"/>
                  </a:ext>
                </a:extLst>
              </p:cNvPr>
              <p:cNvSpPr/>
              <p:nvPr userDrawn="1"/>
            </p:nvSpPr>
            <p:spPr>
              <a:xfrm rot="5400000">
                <a:off x="-171669" y="347358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B3939F8B-B071-5081-BDEB-DB336B79E2E1}"/>
                  </a:ext>
                </a:extLst>
              </p:cNvPr>
              <p:cNvSpPr/>
              <p:nvPr userDrawn="1"/>
            </p:nvSpPr>
            <p:spPr>
              <a:xfrm rot="5400000">
                <a:off x="-171669" y="5762831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7C15CC-942B-1628-30E4-91F6DBFCD386}"/>
                </a:ext>
              </a:extLst>
            </p:cNvPr>
            <p:cNvGrpSpPr/>
            <p:nvPr userDrawn="1"/>
          </p:nvGrpSpPr>
          <p:grpSpPr>
            <a:xfrm>
              <a:off x="340827" y="-156737"/>
              <a:ext cx="11516346" cy="96285"/>
              <a:chOff x="340827" y="-156737"/>
              <a:chExt cx="11516346" cy="96285"/>
            </a:xfrm>
            <a:grpFill/>
          </p:grpSpPr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7FB1BDB7-4E9C-8CBD-51D8-F1AC53EA0C52}"/>
                  </a:ext>
                </a:extLst>
              </p:cNvPr>
              <p:cNvSpPr/>
              <p:nvPr userDrawn="1"/>
            </p:nvSpPr>
            <p:spPr>
              <a:xfrm rot="10800000">
                <a:off x="340827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99955E2B-BB94-96A4-5588-522E3F266094}"/>
                  </a:ext>
                </a:extLst>
              </p:cNvPr>
              <p:cNvSpPr/>
              <p:nvPr userDrawn="1"/>
            </p:nvSpPr>
            <p:spPr>
              <a:xfrm rot="10800000">
                <a:off x="10201309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9C695C91-7C9B-525E-BF5E-A3434663280C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9115BD6-91E7-B2A9-9F66-90A4D3AECFB9}"/>
                </a:ext>
              </a:extLst>
            </p:cNvPr>
            <p:cNvGrpSpPr/>
            <p:nvPr userDrawn="1"/>
          </p:nvGrpSpPr>
          <p:grpSpPr>
            <a:xfrm rot="10800000">
              <a:off x="12256168" y="3448735"/>
              <a:ext cx="96285" cy="2435229"/>
              <a:chOff x="-146821" y="1344888"/>
              <a:chExt cx="96285" cy="2435229"/>
            </a:xfrm>
            <a:grpFill/>
          </p:grpSpPr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006CA628-D348-FBAD-E442-DEC384B0AC91}"/>
                  </a:ext>
                </a:extLst>
              </p:cNvPr>
              <p:cNvSpPr/>
              <p:nvPr userDrawn="1"/>
            </p:nvSpPr>
            <p:spPr>
              <a:xfrm rot="5400000">
                <a:off x="-171669" y="1369736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FA0C996E-9CCA-9BF3-6579-2D9662EC1F5B}"/>
                  </a:ext>
                </a:extLst>
              </p:cNvPr>
              <p:cNvSpPr/>
              <p:nvPr userDrawn="1"/>
            </p:nvSpPr>
            <p:spPr>
              <a:xfrm rot="5400000">
                <a:off x="-171669" y="365898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CC8501C-EBDE-BAB5-2BBD-DC1EA9A0B86F}"/>
                </a:ext>
              </a:extLst>
            </p:cNvPr>
            <p:cNvGrpSpPr/>
            <p:nvPr userDrawn="1"/>
          </p:nvGrpSpPr>
          <p:grpSpPr>
            <a:xfrm rot="10800000">
              <a:off x="340827" y="6915082"/>
              <a:ext cx="11516346" cy="131119"/>
              <a:chOff x="340827" y="-92569"/>
              <a:chExt cx="11516346" cy="131119"/>
            </a:xfrm>
            <a:grpFill/>
          </p:grpSpPr>
          <p:sp>
            <p:nvSpPr>
              <p:cNvPr id="11" name="Triangle 10">
                <a:extLst>
                  <a:ext uri="{FF2B5EF4-FFF2-40B4-BE49-F238E27FC236}">
                    <a16:creationId xmlns:a16="http://schemas.microsoft.com/office/drawing/2014/main" id="{B1EF63D8-63B6-BA0D-8E42-286EFA054E13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C5BA5D36-FC48-9EBB-4797-60369EE9E926}"/>
                  </a:ext>
                </a:extLst>
              </p:cNvPr>
              <p:cNvSpPr/>
              <p:nvPr userDrawn="1"/>
            </p:nvSpPr>
            <p:spPr>
              <a:xfrm rot="10800000">
                <a:off x="11711192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633FF290-5BA8-FAAB-245D-E6952A031DC3}"/>
                  </a:ext>
                </a:extLst>
              </p:cNvPr>
              <p:cNvSpPr/>
              <p:nvPr userDrawn="1"/>
            </p:nvSpPr>
            <p:spPr>
              <a:xfrm rot="10800000">
                <a:off x="1850710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  <p:sp>
        <p:nvSpPr>
          <p:cNvPr id="21" name="Copy" descr="Content text frame">
            <a:extLst>
              <a:ext uri="{FF2B5EF4-FFF2-40B4-BE49-F238E27FC236}">
                <a16:creationId xmlns:a16="http://schemas.microsoft.com/office/drawing/2014/main" id="{32503683-A137-9AD6-998A-28D86C3E82EF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rgbClr val="009999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60012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2026 | Siemens Digital Industries Software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B5A54A-FF43-90CA-3434-F81CE8304914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B359845-3251-89CE-E5B7-D2DDAEFC3E90}"/>
                </a:ext>
              </a:extLst>
            </p:cNvPr>
            <p:cNvGrpSpPr/>
            <p:nvPr userDrawn="1"/>
          </p:nvGrpSpPr>
          <p:grpSpPr>
            <a:xfrm>
              <a:off x="-146821" y="3448735"/>
              <a:ext cx="96285" cy="2435229"/>
              <a:chOff x="-146821" y="3448735"/>
              <a:chExt cx="96285" cy="2435229"/>
            </a:xfrm>
            <a:grpFill/>
          </p:grpSpPr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A39F991A-5A3F-DCEC-F6E4-62BE768182A8}"/>
                  </a:ext>
                </a:extLst>
              </p:cNvPr>
              <p:cNvSpPr/>
              <p:nvPr userDrawn="1"/>
            </p:nvSpPr>
            <p:spPr>
              <a:xfrm rot="5400000">
                <a:off x="-171669" y="347358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CF523335-81C1-BE94-860A-7A4F7DD64663}"/>
                  </a:ext>
                </a:extLst>
              </p:cNvPr>
              <p:cNvSpPr/>
              <p:nvPr userDrawn="1"/>
            </p:nvSpPr>
            <p:spPr>
              <a:xfrm rot="5400000">
                <a:off x="-171669" y="5762831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1C589C-3F1C-BBB5-C9FF-8D40CFFAA32A}"/>
                </a:ext>
              </a:extLst>
            </p:cNvPr>
            <p:cNvGrpSpPr/>
            <p:nvPr userDrawn="1"/>
          </p:nvGrpSpPr>
          <p:grpSpPr>
            <a:xfrm>
              <a:off x="340827" y="-156737"/>
              <a:ext cx="11516346" cy="96285"/>
              <a:chOff x="340827" y="-156737"/>
              <a:chExt cx="11516346" cy="96285"/>
            </a:xfrm>
            <a:grpFill/>
          </p:grpSpPr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C5D2FDCE-E6FC-4731-1488-42BD8273FED0}"/>
                  </a:ext>
                </a:extLst>
              </p:cNvPr>
              <p:cNvSpPr/>
              <p:nvPr userDrawn="1"/>
            </p:nvSpPr>
            <p:spPr>
              <a:xfrm rot="10800000">
                <a:off x="340827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250E554B-2C36-31D6-D713-FF66CFDF90AD}"/>
                  </a:ext>
                </a:extLst>
              </p:cNvPr>
              <p:cNvSpPr/>
              <p:nvPr userDrawn="1"/>
            </p:nvSpPr>
            <p:spPr>
              <a:xfrm rot="10800000">
                <a:off x="10201309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6ABDA0D1-F1A7-74EF-FBEA-EDC7C78F2C6D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C2B0CB-FCA9-73A4-B948-5305BBF96312}"/>
                </a:ext>
              </a:extLst>
            </p:cNvPr>
            <p:cNvGrpSpPr/>
            <p:nvPr userDrawn="1"/>
          </p:nvGrpSpPr>
          <p:grpSpPr>
            <a:xfrm rot="10800000">
              <a:off x="12256168" y="3448735"/>
              <a:ext cx="96285" cy="2435229"/>
              <a:chOff x="-146821" y="1344888"/>
              <a:chExt cx="96285" cy="2435229"/>
            </a:xfrm>
            <a:grpFill/>
          </p:grpSpPr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4DEFC183-B41D-17CC-84C2-EDCEEDBAEA2F}"/>
                  </a:ext>
                </a:extLst>
              </p:cNvPr>
              <p:cNvSpPr/>
              <p:nvPr userDrawn="1"/>
            </p:nvSpPr>
            <p:spPr>
              <a:xfrm rot="5400000">
                <a:off x="-171669" y="1369736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4DE2D086-6EA3-AA6A-FAC2-2AE9651199CC}"/>
                  </a:ext>
                </a:extLst>
              </p:cNvPr>
              <p:cNvSpPr/>
              <p:nvPr userDrawn="1"/>
            </p:nvSpPr>
            <p:spPr>
              <a:xfrm rot="5400000">
                <a:off x="-171669" y="365898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93C0055-EA14-3088-AE13-08854E4C4638}"/>
                </a:ext>
              </a:extLst>
            </p:cNvPr>
            <p:cNvGrpSpPr/>
            <p:nvPr userDrawn="1"/>
          </p:nvGrpSpPr>
          <p:grpSpPr>
            <a:xfrm rot="10800000">
              <a:off x="340827" y="6915082"/>
              <a:ext cx="11516346" cy="131119"/>
              <a:chOff x="340827" y="-92569"/>
              <a:chExt cx="11516346" cy="131119"/>
            </a:xfrm>
            <a:grpFill/>
          </p:grpSpPr>
          <p:sp>
            <p:nvSpPr>
              <p:cNvPr id="11" name="Triangle 10">
                <a:extLst>
                  <a:ext uri="{FF2B5EF4-FFF2-40B4-BE49-F238E27FC236}">
                    <a16:creationId xmlns:a16="http://schemas.microsoft.com/office/drawing/2014/main" id="{7EA220F5-0AE4-1466-C6EC-212E0B387505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36A69514-3A62-595C-BF3F-60471BC1AFC7}"/>
                  </a:ext>
                </a:extLst>
              </p:cNvPr>
              <p:cNvSpPr/>
              <p:nvPr userDrawn="1"/>
            </p:nvSpPr>
            <p:spPr>
              <a:xfrm rot="10800000">
                <a:off x="11711192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35FC72D2-4F4B-73B9-6C63-724130095040}"/>
                  </a:ext>
                </a:extLst>
              </p:cNvPr>
              <p:cNvSpPr/>
              <p:nvPr userDrawn="1"/>
            </p:nvSpPr>
            <p:spPr>
              <a:xfrm rot="10800000">
                <a:off x="1850710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  <p:sp>
        <p:nvSpPr>
          <p:cNvPr id="21" name="Copy" descr="Content text frame">
            <a:extLst>
              <a:ext uri="{FF2B5EF4-FFF2-40B4-BE49-F238E27FC236}">
                <a16:creationId xmlns:a16="http://schemas.microsoft.com/office/drawing/2014/main" id="{993995AE-9778-0C25-AF19-D3996E7747F6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rgbClr val="009999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56474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Siemens Digital Industries Software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ECAE35C-CB5F-06B6-CFC2-DDBBC572BDD3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7FD07DD-F658-D7F8-7DA7-D99843A414BD}"/>
                </a:ext>
              </a:extLst>
            </p:cNvPr>
            <p:cNvGrpSpPr/>
            <p:nvPr userDrawn="1"/>
          </p:nvGrpSpPr>
          <p:grpSpPr>
            <a:xfrm>
              <a:off x="-146821" y="3448735"/>
              <a:ext cx="96285" cy="2435229"/>
              <a:chOff x="-146821" y="3448735"/>
              <a:chExt cx="96285" cy="2435229"/>
            </a:xfrm>
            <a:grpFill/>
          </p:grpSpPr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D81DAB46-7585-2161-402E-18C5CA1A1C8F}"/>
                  </a:ext>
                </a:extLst>
              </p:cNvPr>
              <p:cNvSpPr/>
              <p:nvPr userDrawn="1"/>
            </p:nvSpPr>
            <p:spPr>
              <a:xfrm rot="5400000">
                <a:off x="-171669" y="347358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93A25972-077B-1F1A-0CB7-F66E8F582C41}"/>
                  </a:ext>
                </a:extLst>
              </p:cNvPr>
              <p:cNvSpPr/>
              <p:nvPr userDrawn="1"/>
            </p:nvSpPr>
            <p:spPr>
              <a:xfrm rot="5400000">
                <a:off x="-171669" y="5762831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382376A-CD3C-03D0-9AB2-A40ECAE4CA76}"/>
                </a:ext>
              </a:extLst>
            </p:cNvPr>
            <p:cNvGrpSpPr/>
            <p:nvPr userDrawn="1"/>
          </p:nvGrpSpPr>
          <p:grpSpPr>
            <a:xfrm>
              <a:off x="913179" y="-156737"/>
              <a:ext cx="10943994" cy="96285"/>
              <a:chOff x="913179" y="-156737"/>
              <a:chExt cx="10943994" cy="96285"/>
            </a:xfrm>
            <a:grpFill/>
          </p:grpSpPr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A207D990-8267-D380-08CF-E23471CAE1C8}"/>
                  </a:ext>
                </a:extLst>
              </p:cNvPr>
              <p:cNvSpPr/>
              <p:nvPr userDrawn="1"/>
            </p:nvSpPr>
            <p:spPr>
              <a:xfrm rot="10800000">
                <a:off x="913179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C628630D-6670-22F0-391C-A04484B7EB4D}"/>
                  </a:ext>
                </a:extLst>
              </p:cNvPr>
              <p:cNvSpPr/>
              <p:nvPr userDrawn="1"/>
            </p:nvSpPr>
            <p:spPr>
              <a:xfrm rot="10800000">
                <a:off x="10201309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24F7862C-1906-5B38-4A29-303E8BDFB81F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6FC3EA1-5D36-3375-D120-5DF74DBB3ABB}"/>
                </a:ext>
              </a:extLst>
            </p:cNvPr>
            <p:cNvGrpSpPr/>
            <p:nvPr userDrawn="1"/>
          </p:nvGrpSpPr>
          <p:grpSpPr>
            <a:xfrm rot="10800000">
              <a:off x="12256168" y="3448735"/>
              <a:ext cx="96285" cy="2435229"/>
              <a:chOff x="-146821" y="1344888"/>
              <a:chExt cx="96285" cy="2435229"/>
            </a:xfrm>
            <a:grpFill/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C45A1299-FB02-9097-EC8E-B23732E4EC03}"/>
                  </a:ext>
                </a:extLst>
              </p:cNvPr>
              <p:cNvSpPr/>
              <p:nvPr userDrawn="1"/>
            </p:nvSpPr>
            <p:spPr>
              <a:xfrm rot="5400000">
                <a:off x="-171669" y="1369736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F9DC9C8E-8D94-239F-BC51-DCF2F16F80E2}"/>
                  </a:ext>
                </a:extLst>
              </p:cNvPr>
              <p:cNvSpPr/>
              <p:nvPr userDrawn="1"/>
            </p:nvSpPr>
            <p:spPr>
              <a:xfrm rot="5400000">
                <a:off x="-171669" y="365898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7EEC3BD-F96C-03D4-C265-4FEAB5B95FF4}"/>
                </a:ext>
              </a:extLst>
            </p:cNvPr>
            <p:cNvGrpSpPr/>
            <p:nvPr userDrawn="1"/>
          </p:nvGrpSpPr>
          <p:grpSpPr>
            <a:xfrm rot="10800000">
              <a:off x="913179" y="6915082"/>
              <a:ext cx="10943994" cy="131119"/>
              <a:chOff x="340827" y="-92569"/>
              <a:chExt cx="10943994" cy="131119"/>
            </a:xfrm>
            <a:grpFill/>
          </p:grpSpPr>
          <p:sp>
            <p:nvSpPr>
              <p:cNvPr id="11" name="Triangle 10">
                <a:extLst>
                  <a:ext uri="{FF2B5EF4-FFF2-40B4-BE49-F238E27FC236}">
                    <a16:creationId xmlns:a16="http://schemas.microsoft.com/office/drawing/2014/main" id="{A93A51B1-C11B-A6D5-AB25-CB6A39BA6868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9B4534F1-CB6F-C60C-58F7-429607D83698}"/>
                  </a:ext>
                </a:extLst>
              </p:cNvPr>
              <p:cNvSpPr/>
              <p:nvPr userDrawn="1"/>
            </p:nvSpPr>
            <p:spPr>
              <a:xfrm rot="10800000">
                <a:off x="11138840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25270E18-F291-0BC5-DE6D-5DF138C4F745}"/>
                  </a:ext>
                </a:extLst>
              </p:cNvPr>
              <p:cNvSpPr/>
              <p:nvPr userDrawn="1"/>
            </p:nvSpPr>
            <p:spPr>
              <a:xfrm rot="10800000">
                <a:off x="1850710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7344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4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Siemens Digital Industries Software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171F216-A467-A1CB-8E43-3C1FEC3FCFB1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6761"/>
            <a:chOff x="-146821" y="-156737"/>
            <a:chExt cx="12499274" cy="720676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A2D876-E52C-25AC-4EEA-CFA9151E54C8}"/>
                </a:ext>
              </a:extLst>
            </p:cNvPr>
            <p:cNvGrpSpPr/>
            <p:nvPr userDrawn="1"/>
          </p:nvGrpSpPr>
          <p:grpSpPr>
            <a:xfrm>
              <a:off x="-146821" y="981819"/>
              <a:ext cx="96285" cy="5251767"/>
              <a:chOff x="-146821" y="981819"/>
              <a:chExt cx="96285" cy="5251767"/>
            </a:xfrm>
            <a:solidFill>
              <a:srgbClr val="CCCCD4"/>
            </a:solidFill>
          </p:grpSpPr>
          <p:sp>
            <p:nvSpPr>
              <p:cNvPr id="24" name="Triangle 23">
                <a:extLst>
                  <a:ext uri="{FF2B5EF4-FFF2-40B4-BE49-F238E27FC236}">
                    <a16:creationId xmlns:a16="http://schemas.microsoft.com/office/drawing/2014/main" id="{387F21FE-8B1B-C51A-50C9-915C8B2EA184}"/>
                  </a:ext>
                </a:extLst>
              </p:cNvPr>
              <p:cNvSpPr/>
              <p:nvPr userDrawn="1"/>
            </p:nvSpPr>
            <p:spPr>
              <a:xfrm rot="5400000">
                <a:off x="-171669" y="100666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5" name="Triangle 24">
                <a:extLst>
                  <a:ext uri="{FF2B5EF4-FFF2-40B4-BE49-F238E27FC236}">
                    <a16:creationId xmlns:a16="http://schemas.microsoft.com/office/drawing/2014/main" id="{CF2A710D-4FDC-0EE7-6367-ED6462113D30}"/>
                  </a:ext>
                </a:extLst>
              </p:cNvPr>
              <p:cNvSpPr/>
              <p:nvPr userDrawn="1"/>
            </p:nvSpPr>
            <p:spPr>
              <a:xfrm rot="5400000">
                <a:off x="-171669" y="611245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C9E5954-915F-D055-6051-9080A5249C70}"/>
                </a:ext>
              </a:extLst>
            </p:cNvPr>
            <p:cNvGrpSpPr/>
            <p:nvPr userDrawn="1"/>
          </p:nvGrpSpPr>
          <p:grpSpPr>
            <a:xfrm>
              <a:off x="959389" y="-156737"/>
              <a:ext cx="10897784" cy="7206761"/>
              <a:chOff x="959389" y="-156737"/>
              <a:chExt cx="10897784" cy="7206761"/>
            </a:xfrm>
            <a:solidFill>
              <a:srgbClr val="CCCCD4"/>
            </a:solidFill>
          </p:grpSpPr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E2E958EE-CEE2-4AC4-01AD-8A3FB8E85087}"/>
                  </a:ext>
                </a:extLst>
              </p:cNvPr>
              <p:cNvSpPr/>
              <p:nvPr userDrawn="1"/>
            </p:nvSpPr>
            <p:spPr>
              <a:xfrm rot="10800000">
                <a:off x="959389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7FEE4125-C116-1717-3F18-EC23F43B6C43}"/>
                  </a:ext>
                </a:extLst>
              </p:cNvPr>
              <p:cNvSpPr/>
              <p:nvPr userDrawn="1"/>
            </p:nvSpPr>
            <p:spPr>
              <a:xfrm rot="10800000">
                <a:off x="7969409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2F62C755-6321-8821-F75B-AC559ED8D7B4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761867B8-9D7A-F62B-D94D-DB6F4314EE54}"/>
                  </a:ext>
                </a:extLst>
              </p:cNvPr>
              <p:cNvSpPr/>
              <p:nvPr userDrawn="1"/>
            </p:nvSpPr>
            <p:spPr>
              <a:xfrm>
                <a:off x="10186416" y="6949440"/>
                <a:ext cx="146304" cy="10058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701B9F66-C9DA-C0AD-EB11-52DE7328AF95}"/>
                  </a:ext>
                </a:extLst>
              </p:cNvPr>
              <p:cNvSpPr/>
              <p:nvPr userDrawn="1"/>
            </p:nvSpPr>
            <p:spPr>
              <a:xfrm rot="10800000">
                <a:off x="7551119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2" name="Triangle 21">
                <a:extLst>
                  <a:ext uri="{FF2B5EF4-FFF2-40B4-BE49-F238E27FC236}">
                    <a16:creationId xmlns:a16="http://schemas.microsoft.com/office/drawing/2014/main" id="{A6732E38-7273-E6FE-7457-968EED5549EA}"/>
                  </a:ext>
                </a:extLst>
              </p:cNvPr>
              <p:cNvSpPr/>
              <p:nvPr userDrawn="1"/>
            </p:nvSpPr>
            <p:spPr>
              <a:xfrm>
                <a:off x="7552944" y="6949440"/>
                <a:ext cx="146304" cy="10058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3" name="Triangle 22">
                <a:extLst>
                  <a:ext uri="{FF2B5EF4-FFF2-40B4-BE49-F238E27FC236}">
                    <a16:creationId xmlns:a16="http://schemas.microsoft.com/office/drawing/2014/main" id="{4027D980-3F7C-482D-04B0-7B7F82856FF5}"/>
                  </a:ext>
                </a:extLst>
              </p:cNvPr>
              <p:cNvSpPr/>
              <p:nvPr userDrawn="1"/>
            </p:nvSpPr>
            <p:spPr>
              <a:xfrm>
                <a:off x="7955280" y="6949440"/>
                <a:ext cx="146304" cy="10058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21AE780-144B-7A21-B080-78A52FAC8F2D}"/>
                </a:ext>
              </a:extLst>
            </p:cNvPr>
            <p:cNvGrpSpPr/>
            <p:nvPr userDrawn="1"/>
          </p:nvGrpSpPr>
          <p:grpSpPr>
            <a:xfrm rot="10800000">
              <a:off x="12256168" y="981819"/>
              <a:ext cx="96285" cy="5251767"/>
              <a:chOff x="-146821" y="995266"/>
              <a:chExt cx="96285" cy="5251767"/>
            </a:xfrm>
            <a:solidFill>
              <a:srgbClr val="CCCCD4"/>
            </a:solidFill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096D9006-8736-C95C-61B3-459008E5B84E}"/>
                  </a:ext>
                </a:extLst>
              </p:cNvPr>
              <p:cNvSpPr/>
              <p:nvPr userDrawn="1"/>
            </p:nvSpPr>
            <p:spPr>
              <a:xfrm rot="5400000">
                <a:off x="-171669" y="102011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D9CEDC40-EE69-F12C-59BD-3EAC5BA31B69}"/>
                  </a:ext>
                </a:extLst>
              </p:cNvPr>
              <p:cNvSpPr/>
              <p:nvPr userDrawn="1"/>
            </p:nvSpPr>
            <p:spPr>
              <a:xfrm rot="5400000">
                <a:off x="-171669" y="612590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32B0E6D-2C36-E2DB-FED7-EB68435A5F93}"/>
                </a:ext>
              </a:extLst>
            </p:cNvPr>
            <p:cNvGrpSpPr/>
            <p:nvPr userDrawn="1"/>
          </p:nvGrpSpPr>
          <p:grpSpPr>
            <a:xfrm rot="10800000">
              <a:off x="960120" y="6949916"/>
              <a:ext cx="10897053" cy="96285"/>
              <a:chOff x="340827" y="-92569"/>
              <a:chExt cx="10897053" cy="96285"/>
            </a:xfrm>
            <a:solidFill>
              <a:srgbClr val="CCCCD4"/>
            </a:solidFill>
          </p:grpSpPr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22062575-456B-766E-A2CB-C74FB8C8465F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D3F6C54F-D8E3-2E3B-48B6-972E0DEEDF66}"/>
                  </a:ext>
                </a:extLst>
              </p:cNvPr>
              <p:cNvSpPr/>
              <p:nvPr userDrawn="1"/>
            </p:nvSpPr>
            <p:spPr>
              <a:xfrm rot="10800000">
                <a:off x="11091899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2157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8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Siemens Digital Industries Software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CB029D2-AF67-A822-B9FA-75B02F9B0264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6761"/>
            <a:chOff x="-146821" y="-156737"/>
            <a:chExt cx="12499274" cy="720676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C7B936A-7F33-ED05-E427-FBE7FD512741}"/>
                </a:ext>
              </a:extLst>
            </p:cNvPr>
            <p:cNvGrpSpPr/>
            <p:nvPr userDrawn="1"/>
          </p:nvGrpSpPr>
          <p:grpSpPr>
            <a:xfrm>
              <a:off x="-146821" y="981819"/>
              <a:ext cx="96285" cy="5251767"/>
              <a:chOff x="-146821" y="981819"/>
              <a:chExt cx="96285" cy="5251767"/>
            </a:xfrm>
            <a:solidFill>
              <a:srgbClr val="CCCCD4"/>
            </a:solidFill>
          </p:grpSpPr>
          <p:sp>
            <p:nvSpPr>
              <p:cNvPr id="40" name="Triangle 39">
                <a:extLst>
                  <a:ext uri="{FF2B5EF4-FFF2-40B4-BE49-F238E27FC236}">
                    <a16:creationId xmlns:a16="http://schemas.microsoft.com/office/drawing/2014/main" id="{64D6F17B-A422-37F5-74D6-716DDCB26724}"/>
                  </a:ext>
                </a:extLst>
              </p:cNvPr>
              <p:cNvSpPr/>
              <p:nvPr userDrawn="1"/>
            </p:nvSpPr>
            <p:spPr>
              <a:xfrm rot="5400000">
                <a:off x="-171669" y="100666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41" name="Triangle 40">
                <a:extLst>
                  <a:ext uri="{FF2B5EF4-FFF2-40B4-BE49-F238E27FC236}">
                    <a16:creationId xmlns:a16="http://schemas.microsoft.com/office/drawing/2014/main" id="{C025BC09-0C67-9B73-E192-66AF607BC699}"/>
                  </a:ext>
                </a:extLst>
              </p:cNvPr>
              <p:cNvSpPr/>
              <p:nvPr userDrawn="1"/>
            </p:nvSpPr>
            <p:spPr>
              <a:xfrm rot="5400000">
                <a:off x="-171669" y="611245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8F82AB7-53C7-29E0-8E27-D2C96A117784}"/>
                </a:ext>
              </a:extLst>
            </p:cNvPr>
            <p:cNvGrpSpPr/>
            <p:nvPr userDrawn="1"/>
          </p:nvGrpSpPr>
          <p:grpSpPr>
            <a:xfrm>
              <a:off x="344721" y="-156737"/>
              <a:ext cx="11512452" cy="7206761"/>
              <a:chOff x="344721" y="-156737"/>
              <a:chExt cx="11512452" cy="7206761"/>
            </a:xfrm>
            <a:solidFill>
              <a:srgbClr val="CCCCD4"/>
            </a:solidFill>
          </p:grpSpPr>
          <p:sp>
            <p:nvSpPr>
              <p:cNvPr id="32" name="Triangle 31">
                <a:extLst>
                  <a:ext uri="{FF2B5EF4-FFF2-40B4-BE49-F238E27FC236}">
                    <a16:creationId xmlns:a16="http://schemas.microsoft.com/office/drawing/2014/main" id="{7178D36C-38AB-3662-C640-CACA4147EAA7}"/>
                  </a:ext>
                </a:extLst>
              </p:cNvPr>
              <p:cNvSpPr/>
              <p:nvPr userDrawn="1"/>
            </p:nvSpPr>
            <p:spPr>
              <a:xfrm rot="10800000">
                <a:off x="344721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33" name="Triangle 32">
                <a:extLst>
                  <a:ext uri="{FF2B5EF4-FFF2-40B4-BE49-F238E27FC236}">
                    <a16:creationId xmlns:a16="http://schemas.microsoft.com/office/drawing/2014/main" id="{64E71A87-E655-C89B-D63D-B4F8AE060641}"/>
                  </a:ext>
                </a:extLst>
              </p:cNvPr>
              <p:cNvSpPr/>
              <p:nvPr userDrawn="1"/>
            </p:nvSpPr>
            <p:spPr>
              <a:xfrm rot="10800000">
                <a:off x="7969409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34" name="Triangle 33">
                <a:extLst>
                  <a:ext uri="{FF2B5EF4-FFF2-40B4-BE49-F238E27FC236}">
                    <a16:creationId xmlns:a16="http://schemas.microsoft.com/office/drawing/2014/main" id="{E8BF0D54-6277-A1C1-5300-465777EF208E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35" name="Triangle 34">
                <a:extLst>
                  <a:ext uri="{FF2B5EF4-FFF2-40B4-BE49-F238E27FC236}">
                    <a16:creationId xmlns:a16="http://schemas.microsoft.com/office/drawing/2014/main" id="{25EB1FEA-35BC-9ED7-45ED-278534505853}"/>
                  </a:ext>
                </a:extLst>
              </p:cNvPr>
              <p:cNvSpPr/>
              <p:nvPr userDrawn="1"/>
            </p:nvSpPr>
            <p:spPr>
              <a:xfrm>
                <a:off x="10186416" y="6949440"/>
                <a:ext cx="146304" cy="10058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36" name="Triangle 35">
                <a:extLst>
                  <a:ext uri="{FF2B5EF4-FFF2-40B4-BE49-F238E27FC236}">
                    <a16:creationId xmlns:a16="http://schemas.microsoft.com/office/drawing/2014/main" id="{0FBA9265-4A4E-D205-4611-BACDD4428982}"/>
                  </a:ext>
                </a:extLst>
              </p:cNvPr>
              <p:cNvSpPr/>
              <p:nvPr userDrawn="1"/>
            </p:nvSpPr>
            <p:spPr>
              <a:xfrm rot="10800000">
                <a:off x="7551119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37" name="Triangle 36">
                <a:extLst>
                  <a:ext uri="{FF2B5EF4-FFF2-40B4-BE49-F238E27FC236}">
                    <a16:creationId xmlns:a16="http://schemas.microsoft.com/office/drawing/2014/main" id="{CBB497B4-8A2E-18BC-C561-CD9584E0EA09}"/>
                  </a:ext>
                </a:extLst>
              </p:cNvPr>
              <p:cNvSpPr/>
              <p:nvPr userDrawn="1"/>
            </p:nvSpPr>
            <p:spPr>
              <a:xfrm>
                <a:off x="7552944" y="6949440"/>
                <a:ext cx="146304" cy="10058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38" name="Triangle 37">
                <a:extLst>
                  <a:ext uri="{FF2B5EF4-FFF2-40B4-BE49-F238E27FC236}">
                    <a16:creationId xmlns:a16="http://schemas.microsoft.com/office/drawing/2014/main" id="{B995B657-B071-A92D-1B5C-ED2F03966932}"/>
                  </a:ext>
                </a:extLst>
              </p:cNvPr>
              <p:cNvSpPr/>
              <p:nvPr userDrawn="1"/>
            </p:nvSpPr>
            <p:spPr>
              <a:xfrm>
                <a:off x="7955280" y="6949440"/>
                <a:ext cx="146304" cy="10058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39" name="Triangle 38">
                <a:extLst>
                  <a:ext uri="{FF2B5EF4-FFF2-40B4-BE49-F238E27FC236}">
                    <a16:creationId xmlns:a16="http://schemas.microsoft.com/office/drawing/2014/main" id="{46F38647-1CB2-922A-83B2-BD969EC88BDB}"/>
                  </a:ext>
                </a:extLst>
              </p:cNvPr>
              <p:cNvSpPr/>
              <p:nvPr userDrawn="1"/>
            </p:nvSpPr>
            <p:spPr>
              <a:xfrm rot="10800000">
                <a:off x="10201309" y="-155448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1A4B62D-9E20-80B9-B416-525A6E7960EF}"/>
                </a:ext>
              </a:extLst>
            </p:cNvPr>
            <p:cNvGrpSpPr/>
            <p:nvPr userDrawn="1"/>
          </p:nvGrpSpPr>
          <p:grpSpPr>
            <a:xfrm rot="10800000">
              <a:off x="12256168" y="981819"/>
              <a:ext cx="96285" cy="5251767"/>
              <a:chOff x="-146821" y="995266"/>
              <a:chExt cx="96285" cy="5251767"/>
            </a:xfrm>
            <a:solidFill>
              <a:srgbClr val="CCCCD4"/>
            </a:solidFill>
          </p:grpSpPr>
          <p:sp>
            <p:nvSpPr>
              <p:cNvPr id="30" name="Triangle 29">
                <a:extLst>
                  <a:ext uri="{FF2B5EF4-FFF2-40B4-BE49-F238E27FC236}">
                    <a16:creationId xmlns:a16="http://schemas.microsoft.com/office/drawing/2014/main" id="{480FD469-CF74-72CF-8660-AB6F2815AAFC}"/>
                  </a:ext>
                </a:extLst>
              </p:cNvPr>
              <p:cNvSpPr/>
              <p:nvPr userDrawn="1"/>
            </p:nvSpPr>
            <p:spPr>
              <a:xfrm rot="5400000">
                <a:off x="-171669" y="102011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31" name="Triangle 30">
                <a:extLst>
                  <a:ext uri="{FF2B5EF4-FFF2-40B4-BE49-F238E27FC236}">
                    <a16:creationId xmlns:a16="http://schemas.microsoft.com/office/drawing/2014/main" id="{9C270B09-423E-75B2-1E7F-124CFD9C706F}"/>
                  </a:ext>
                </a:extLst>
              </p:cNvPr>
              <p:cNvSpPr/>
              <p:nvPr userDrawn="1"/>
            </p:nvSpPr>
            <p:spPr>
              <a:xfrm rot="5400000">
                <a:off x="-171669" y="612590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655DF9D-843F-2DD1-F11B-E0683B633F56}"/>
                </a:ext>
              </a:extLst>
            </p:cNvPr>
            <p:cNvGrpSpPr/>
            <p:nvPr userDrawn="1"/>
          </p:nvGrpSpPr>
          <p:grpSpPr>
            <a:xfrm rot="10800000">
              <a:off x="345452" y="6949916"/>
              <a:ext cx="11511721" cy="96285"/>
              <a:chOff x="340827" y="-92569"/>
              <a:chExt cx="11511721" cy="96285"/>
            </a:xfrm>
            <a:solidFill>
              <a:srgbClr val="CCCCD4"/>
            </a:solidFill>
          </p:grpSpPr>
          <p:sp>
            <p:nvSpPr>
              <p:cNvPr id="28" name="Triangle 27">
                <a:extLst>
                  <a:ext uri="{FF2B5EF4-FFF2-40B4-BE49-F238E27FC236}">
                    <a16:creationId xmlns:a16="http://schemas.microsoft.com/office/drawing/2014/main" id="{2FB18409-7A0C-21B4-D22E-108D862412B0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9" name="Triangle 28">
                <a:extLst>
                  <a:ext uri="{FF2B5EF4-FFF2-40B4-BE49-F238E27FC236}">
                    <a16:creationId xmlns:a16="http://schemas.microsoft.com/office/drawing/2014/main" id="{0F92829B-82E2-3399-7C30-51B0BAE610D7}"/>
                  </a:ext>
                </a:extLst>
              </p:cNvPr>
              <p:cNvSpPr/>
              <p:nvPr userDrawn="1"/>
            </p:nvSpPr>
            <p:spPr>
              <a:xfrm rot="10800000">
                <a:off x="1170656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6838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2026 | Siemens Digital Industries Software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AAA498-7D07-0274-AF87-E5EF27C1C1F1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3C70A15-AD9B-22F2-3089-9F65F9F6E607}"/>
                </a:ext>
              </a:extLst>
            </p:cNvPr>
            <p:cNvGrpSpPr/>
            <p:nvPr userDrawn="1"/>
          </p:nvGrpSpPr>
          <p:grpSpPr>
            <a:xfrm>
              <a:off x="-146821" y="3448735"/>
              <a:ext cx="96285" cy="2435229"/>
              <a:chOff x="-146821" y="3448735"/>
              <a:chExt cx="96285" cy="2435229"/>
            </a:xfrm>
            <a:grpFill/>
          </p:grpSpPr>
          <p:sp>
            <p:nvSpPr>
              <p:cNvPr id="22" name="Triangle 21">
                <a:extLst>
                  <a:ext uri="{FF2B5EF4-FFF2-40B4-BE49-F238E27FC236}">
                    <a16:creationId xmlns:a16="http://schemas.microsoft.com/office/drawing/2014/main" id="{BDD5ED45-DB9F-833D-3AEF-0718DC4D8260}"/>
                  </a:ext>
                </a:extLst>
              </p:cNvPr>
              <p:cNvSpPr/>
              <p:nvPr userDrawn="1"/>
            </p:nvSpPr>
            <p:spPr>
              <a:xfrm rot="5400000">
                <a:off x="-171669" y="347358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3" name="Triangle 22">
                <a:extLst>
                  <a:ext uri="{FF2B5EF4-FFF2-40B4-BE49-F238E27FC236}">
                    <a16:creationId xmlns:a16="http://schemas.microsoft.com/office/drawing/2014/main" id="{5A2D9C31-2F8A-3C9E-024D-B80E3DA72A5F}"/>
                  </a:ext>
                </a:extLst>
              </p:cNvPr>
              <p:cNvSpPr/>
              <p:nvPr userDrawn="1"/>
            </p:nvSpPr>
            <p:spPr>
              <a:xfrm rot="5400000">
                <a:off x="-171669" y="5762831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BC344B-DD3A-5C78-FD49-5BF8E5729BF5}"/>
                </a:ext>
              </a:extLst>
            </p:cNvPr>
            <p:cNvGrpSpPr/>
            <p:nvPr userDrawn="1"/>
          </p:nvGrpSpPr>
          <p:grpSpPr>
            <a:xfrm>
              <a:off x="340827" y="-156737"/>
              <a:ext cx="11516346" cy="96285"/>
              <a:chOff x="340827" y="-156737"/>
              <a:chExt cx="11516346" cy="96285"/>
            </a:xfrm>
            <a:grpFill/>
          </p:grpSpPr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C4694E64-E2C9-ABD2-7979-CE8245D83B7C}"/>
                  </a:ext>
                </a:extLst>
              </p:cNvPr>
              <p:cNvSpPr/>
              <p:nvPr userDrawn="1"/>
            </p:nvSpPr>
            <p:spPr>
              <a:xfrm rot="10800000">
                <a:off x="340827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2F8BA8DB-CCF0-0A9C-C94B-4FCB5D213C2E}"/>
                  </a:ext>
                </a:extLst>
              </p:cNvPr>
              <p:cNvSpPr/>
              <p:nvPr userDrawn="1"/>
            </p:nvSpPr>
            <p:spPr>
              <a:xfrm rot="10800000">
                <a:off x="10201309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0" name="Triangle 19">
                <a:extLst>
                  <a:ext uri="{FF2B5EF4-FFF2-40B4-BE49-F238E27FC236}">
                    <a16:creationId xmlns:a16="http://schemas.microsoft.com/office/drawing/2014/main" id="{8B3097A2-E8C0-8C54-2E88-D75CD957BE56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3FEEE8DC-4DA5-5723-BA03-1224B115F465}"/>
                  </a:ext>
                </a:extLst>
              </p:cNvPr>
              <p:cNvSpPr/>
              <p:nvPr userDrawn="1"/>
            </p:nvSpPr>
            <p:spPr>
              <a:xfrm rot="10800000">
                <a:off x="7553904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1FBEFDD-985F-2C28-21DB-DF134A4EE1B9}"/>
                </a:ext>
              </a:extLst>
            </p:cNvPr>
            <p:cNvGrpSpPr/>
            <p:nvPr userDrawn="1"/>
          </p:nvGrpSpPr>
          <p:grpSpPr>
            <a:xfrm rot="10800000">
              <a:off x="12256168" y="3448735"/>
              <a:ext cx="96285" cy="2435229"/>
              <a:chOff x="-146821" y="1344888"/>
              <a:chExt cx="96285" cy="2435229"/>
            </a:xfrm>
            <a:grpFill/>
          </p:grpSpPr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43E53CD2-C1B3-274A-41E3-B199A5A90D18}"/>
                  </a:ext>
                </a:extLst>
              </p:cNvPr>
              <p:cNvSpPr/>
              <p:nvPr userDrawn="1"/>
            </p:nvSpPr>
            <p:spPr>
              <a:xfrm rot="5400000">
                <a:off x="-171669" y="1369736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7" name="Triangle 16">
                <a:extLst>
                  <a:ext uri="{FF2B5EF4-FFF2-40B4-BE49-F238E27FC236}">
                    <a16:creationId xmlns:a16="http://schemas.microsoft.com/office/drawing/2014/main" id="{F44E0B4D-59C9-0EDA-A864-B321146AFCBE}"/>
                  </a:ext>
                </a:extLst>
              </p:cNvPr>
              <p:cNvSpPr/>
              <p:nvPr userDrawn="1"/>
            </p:nvSpPr>
            <p:spPr>
              <a:xfrm rot="5400000">
                <a:off x="-171669" y="365898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F1B01DB-FB37-69CB-541D-937A3DFA8484}"/>
                </a:ext>
              </a:extLst>
            </p:cNvPr>
            <p:cNvGrpSpPr/>
            <p:nvPr userDrawn="1"/>
          </p:nvGrpSpPr>
          <p:grpSpPr>
            <a:xfrm rot="10800000">
              <a:off x="340827" y="6915082"/>
              <a:ext cx="11516346" cy="131119"/>
              <a:chOff x="340827" y="-92569"/>
              <a:chExt cx="11516346" cy="131119"/>
            </a:xfrm>
            <a:grpFill/>
          </p:grpSpPr>
          <p:sp>
            <p:nvSpPr>
              <p:cNvPr id="12" name="Triangle 11">
                <a:extLst>
                  <a:ext uri="{FF2B5EF4-FFF2-40B4-BE49-F238E27FC236}">
                    <a16:creationId xmlns:a16="http://schemas.microsoft.com/office/drawing/2014/main" id="{9ABDD67C-2F7F-DED2-6D98-C2CF33995315}"/>
                  </a:ext>
                </a:extLst>
              </p:cNvPr>
              <p:cNvSpPr/>
              <p:nvPr userDrawn="1"/>
            </p:nvSpPr>
            <p:spPr>
              <a:xfrm rot="10800000">
                <a:off x="340827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410F928D-620F-3C9D-B3B8-8DC2EF4E2108}"/>
                  </a:ext>
                </a:extLst>
              </p:cNvPr>
              <p:cNvSpPr/>
              <p:nvPr userDrawn="1"/>
            </p:nvSpPr>
            <p:spPr>
              <a:xfrm rot="10800000">
                <a:off x="11711192" y="-92569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DFE3F6B0-D732-69B4-44F8-A64661A4AF36}"/>
                  </a:ext>
                </a:extLst>
              </p:cNvPr>
              <p:cNvSpPr/>
              <p:nvPr userDrawn="1"/>
            </p:nvSpPr>
            <p:spPr>
              <a:xfrm rot="10800000">
                <a:off x="1850710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5CAD8F36-B3CC-BADF-0AF5-1CEFED61527C}"/>
                  </a:ext>
                </a:extLst>
              </p:cNvPr>
              <p:cNvSpPr/>
              <p:nvPr userDrawn="1"/>
            </p:nvSpPr>
            <p:spPr>
              <a:xfrm rot="10800000">
                <a:off x="4498115" y="-5773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911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ingle image_ Full length with tex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6163056" cy="68580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Full size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F4F4C6-6E41-442C-BB9E-9E72BE92D2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py">
            <a:extLst>
              <a:ext uri="{FF2B5EF4-FFF2-40B4-BE49-F238E27FC236}">
                <a16:creationId xmlns:a16="http://schemas.microsoft.com/office/drawing/2014/main" id="{4C028160-C065-2CE3-ABC5-2106B3832E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6585153" y="2763079"/>
            <a:ext cx="5202036" cy="3404359"/>
          </a:xfrm>
        </p:spPr>
        <p:txBody>
          <a:bodyPr tIns="0"/>
          <a:lstStyle>
            <a:lvl2pPr marL="0" indent="0">
              <a:buClr>
                <a:schemeClr val="tx1"/>
              </a:buClr>
              <a:buNone/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9F44A223-9E69-A077-CA24-60ADB04C8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585151" y="1054100"/>
            <a:ext cx="5202036" cy="8321040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Title, Arial Regular, 44 </a:t>
            </a:r>
            <a:r>
              <a:rPr lang="en-US" err="1"/>
              <a:t>pt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781A738-0ED9-DB0F-D34F-7D9208085AB6}"/>
              </a:ext>
            </a:extLst>
          </p:cNvPr>
          <p:cNvGrpSpPr/>
          <p:nvPr userDrawn="1"/>
        </p:nvGrpSpPr>
        <p:grpSpPr>
          <a:xfrm>
            <a:off x="-146821" y="-156737"/>
            <a:ext cx="12499275" cy="7202939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A19D43F-0EE9-CCD5-4E6A-CCD1AD5F9141}"/>
                </a:ext>
              </a:extLst>
            </p:cNvPr>
            <p:cNvGrpSpPr/>
            <p:nvPr userDrawn="1"/>
          </p:nvGrpSpPr>
          <p:grpSpPr>
            <a:xfrm>
              <a:off x="-146821" y="981819"/>
              <a:ext cx="96285" cy="5251767"/>
              <a:chOff x="-146821" y="981819"/>
              <a:chExt cx="96285" cy="5251767"/>
            </a:xfrm>
            <a:grpFill/>
          </p:grpSpPr>
          <p:sp>
            <p:nvSpPr>
              <p:cNvPr id="22" name="Triangle 21">
                <a:extLst>
                  <a:ext uri="{FF2B5EF4-FFF2-40B4-BE49-F238E27FC236}">
                    <a16:creationId xmlns:a16="http://schemas.microsoft.com/office/drawing/2014/main" id="{A985536E-6C8E-5BF0-9436-17A207975190}"/>
                  </a:ext>
                </a:extLst>
              </p:cNvPr>
              <p:cNvSpPr/>
              <p:nvPr userDrawn="1"/>
            </p:nvSpPr>
            <p:spPr>
              <a:xfrm rot="5400000">
                <a:off x="-171669" y="100666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800"/>
              </a:p>
            </p:txBody>
          </p:sp>
          <p:sp>
            <p:nvSpPr>
              <p:cNvPr id="23" name="Triangle 22">
                <a:extLst>
                  <a:ext uri="{FF2B5EF4-FFF2-40B4-BE49-F238E27FC236}">
                    <a16:creationId xmlns:a16="http://schemas.microsoft.com/office/drawing/2014/main" id="{9C7A95AA-B28D-FBE1-DC5E-5728D3B97451}"/>
                  </a:ext>
                </a:extLst>
              </p:cNvPr>
              <p:cNvSpPr/>
              <p:nvPr userDrawn="1"/>
            </p:nvSpPr>
            <p:spPr>
              <a:xfrm rot="5400000">
                <a:off x="-171669" y="611245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80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7277076-4AED-59A4-6353-6497F219AC46}"/>
                </a:ext>
              </a:extLst>
            </p:cNvPr>
            <p:cNvGrpSpPr/>
            <p:nvPr userDrawn="1"/>
          </p:nvGrpSpPr>
          <p:grpSpPr>
            <a:xfrm>
              <a:off x="6110692" y="-156737"/>
              <a:ext cx="5746481" cy="7199607"/>
              <a:chOff x="6110692" y="-156737"/>
              <a:chExt cx="5746481" cy="7199607"/>
            </a:xfrm>
            <a:grpFill/>
          </p:grpSpPr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A1F480D4-4FE9-A0FA-FE52-6F0C3D087BE0}"/>
                  </a:ext>
                </a:extLst>
              </p:cNvPr>
              <p:cNvSpPr/>
              <p:nvPr userDrawn="1"/>
            </p:nvSpPr>
            <p:spPr>
              <a:xfrm rot="10800000">
                <a:off x="6492735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800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FF6D7666-37F3-7872-F740-A0C4DFEAF7F7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800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06BF981E-1E73-DB08-AA46-232E4E265907}"/>
                  </a:ext>
                </a:extLst>
              </p:cNvPr>
              <p:cNvSpPr/>
              <p:nvPr userDrawn="1"/>
            </p:nvSpPr>
            <p:spPr>
              <a:xfrm rot="10800000">
                <a:off x="61106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800"/>
              </a:p>
            </p:txBody>
          </p:sp>
          <p:sp>
            <p:nvSpPr>
              <p:cNvPr id="24" name="Triangle 23">
                <a:extLst>
                  <a:ext uri="{FF2B5EF4-FFF2-40B4-BE49-F238E27FC236}">
                    <a16:creationId xmlns:a16="http://schemas.microsoft.com/office/drawing/2014/main" id="{971469EC-BF89-D65F-527D-B58C103253FF}"/>
                  </a:ext>
                </a:extLst>
              </p:cNvPr>
              <p:cNvSpPr/>
              <p:nvPr userDrawn="1"/>
            </p:nvSpPr>
            <p:spPr>
              <a:xfrm>
                <a:off x="6492735" y="694658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800"/>
              </a:p>
            </p:txBody>
          </p:sp>
          <p:sp>
            <p:nvSpPr>
              <p:cNvPr id="25" name="Triangle 24">
                <a:extLst>
                  <a:ext uri="{FF2B5EF4-FFF2-40B4-BE49-F238E27FC236}">
                    <a16:creationId xmlns:a16="http://schemas.microsoft.com/office/drawing/2014/main" id="{2F80F2A4-C4E0-43AE-53B5-77A71C1AD812}"/>
                  </a:ext>
                </a:extLst>
              </p:cNvPr>
              <p:cNvSpPr/>
              <p:nvPr userDrawn="1"/>
            </p:nvSpPr>
            <p:spPr>
              <a:xfrm>
                <a:off x="6110692" y="694658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80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E42BBB-7DC8-B926-0265-46ED3BABBD4A}"/>
                </a:ext>
              </a:extLst>
            </p:cNvPr>
            <p:cNvGrpSpPr/>
            <p:nvPr userDrawn="1"/>
          </p:nvGrpSpPr>
          <p:grpSpPr>
            <a:xfrm rot="10800000">
              <a:off x="12256168" y="981819"/>
              <a:ext cx="96285" cy="5251767"/>
              <a:chOff x="-146821" y="995266"/>
              <a:chExt cx="96285" cy="5251767"/>
            </a:xfrm>
            <a:grpFill/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8DDE26B4-42D4-AAF9-847F-1E8E2A9E0A00}"/>
                  </a:ext>
                </a:extLst>
              </p:cNvPr>
              <p:cNvSpPr/>
              <p:nvPr userDrawn="1"/>
            </p:nvSpPr>
            <p:spPr>
              <a:xfrm rot="5400000">
                <a:off x="-171669" y="102011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800"/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6A97F01F-8543-BA35-2F91-8B52A5F511D2}"/>
                  </a:ext>
                </a:extLst>
              </p:cNvPr>
              <p:cNvSpPr/>
              <p:nvPr userDrawn="1"/>
            </p:nvSpPr>
            <p:spPr>
              <a:xfrm rot="5400000">
                <a:off x="-171669" y="612590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800"/>
              </a:p>
            </p:txBody>
          </p:sp>
        </p:grp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2FCB4356-CA5A-54B8-7A36-7C2EA1E1575A}"/>
                </a:ext>
              </a:extLst>
            </p:cNvPr>
            <p:cNvSpPr/>
            <p:nvPr userDrawn="1"/>
          </p:nvSpPr>
          <p:spPr>
            <a:xfrm>
              <a:off x="11711192" y="6949916"/>
              <a:ext cx="145981" cy="962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81461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0" pos="7425">
          <p15:clr>
            <a:srgbClr val="FBAE40"/>
          </p15:clr>
        </p15:guide>
        <p15:guide id="12" orient="horz" pos="647">
          <p15:clr>
            <a:srgbClr val="FBAE40"/>
          </p15:clr>
        </p15:guide>
        <p15:guide id="17" orient="horz" pos="3885">
          <p15:clr>
            <a:srgbClr val="FBAE40"/>
          </p15:clr>
        </p15:guide>
        <p15:guide id="19" pos="4138">
          <p15:clr>
            <a:srgbClr val="FBAE40"/>
          </p15:clr>
        </p15:guide>
        <p15:guide id="20" pos="3890">
          <p15:clr>
            <a:srgbClr val="FBAE40"/>
          </p15:clr>
        </p15:guide>
        <p15:guide id="21" pos="247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71853-A626-41DD-B36A-CA8948A414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9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9E7E9-EBD4-F09B-D0F1-CD8853B0A8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5442" y="1825626"/>
            <a:ext cx="11027980" cy="2941357"/>
          </a:xfrm>
        </p:spPr>
        <p:txBody>
          <a:bodyPr/>
          <a:lstStyle>
            <a:lvl1pPr marL="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Signifier Light" panose="02060302040504020203" pitchFamily="18" charset="77"/>
                <a:cs typeface="Signifier Light" panose="02060302040504020203" pitchFamily="18" charset="77"/>
              </a:defRPr>
            </a:lvl2pPr>
            <a:lvl3pPr>
              <a:defRPr b="0" i="0">
                <a:latin typeface="Signifier Light" panose="02060302040504020203" pitchFamily="18" charset="77"/>
                <a:cs typeface="Signifier Light" panose="02060302040504020203" pitchFamily="18" charset="77"/>
              </a:defRPr>
            </a:lvl3pPr>
            <a:lvl4pPr>
              <a:defRPr b="0" i="0">
                <a:latin typeface="Signifier Light" panose="02060302040504020203" pitchFamily="18" charset="77"/>
                <a:cs typeface="Signifier Light" panose="02060302040504020203" pitchFamily="18" charset="77"/>
              </a:defRPr>
            </a:lvl4pPr>
            <a:lvl5pPr>
              <a:defRPr b="0" i="0">
                <a:latin typeface="Signifier Light" panose="02060302040504020203" pitchFamily="18" charset="77"/>
                <a:cs typeface="Signifier Light" panose="02060302040504020203" pitchFamily="18" charset="77"/>
              </a:defRPr>
            </a:lvl5pPr>
          </a:lstStyle>
          <a:p>
            <a:pPr lvl="0"/>
            <a:r>
              <a:rPr lang="en-US" dirty="0"/>
              <a:t>Add quote or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9FA86-8E2D-B31E-2BE7-665CDA34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442" y="6356351"/>
            <a:ext cx="3005959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9551C8B-5BB2-1E47-A37B-FF479D714A13}" type="datetime1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7AA15-BB3C-9668-70B2-5FC677FF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C3A9B-BADA-3476-58B5-45F6E927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992821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0EB12A-D06F-2C40-BA2B-253A0F986A5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E95DDE5-7B61-36D8-9309-E7654FF76A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34827" y="6456800"/>
            <a:ext cx="722348" cy="164224"/>
          </a:xfrm>
          <a:prstGeom prst="rect">
            <a:avLst/>
          </a:prstGeom>
        </p:spPr>
      </p:pic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DE441060-DACE-50A8-3EF3-523D015068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5441" y="4996727"/>
            <a:ext cx="7402512" cy="56493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Arial Monospaced" panose="020B0609020202030204" pitchFamily="49" charset="0"/>
              </a:defRPr>
            </a:lvl1pPr>
          </a:lstStyle>
          <a:p>
            <a:pPr lvl="0"/>
            <a:r>
              <a:rPr lang="en-US" dirty="0"/>
              <a:t>Name / Position</a:t>
            </a:r>
          </a:p>
        </p:txBody>
      </p:sp>
    </p:spTree>
    <p:extLst>
      <p:ext uri="{BB962C8B-B14F-4D97-AF65-F5344CB8AC3E}">
        <p14:creationId xmlns:p14="http://schemas.microsoft.com/office/powerpoint/2010/main" val="24905998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CAF83C-A136-4799-8562-863C8CE8635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rgbClr val="9DA1A8"/>
                </a:solidFill>
              </a:defRPr>
            </a:lvl1pPr>
          </a:lstStyle>
          <a:p>
            <a:fld id="{A4BF73BC-6388-474C-ADA6-1807E51282DB}" type="datetime1">
              <a:rPr lang="en-SG" smtClean="0"/>
              <a:t>18/5/2026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EC7F0-FA5E-4978-841D-FAFBA7DB6EE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9DA1A8"/>
                </a:solidFill>
              </a:defRPr>
            </a:lvl1pPr>
          </a:lstStyle>
          <a:p>
            <a:pPr algn="l"/>
            <a:r>
              <a:rPr lang="en-GB"/>
              <a:t>Unrestricted | © </a:t>
            </a:r>
            <a:r>
              <a:rPr lang="en-GB" err="1"/>
              <a:t>Mendix</a:t>
            </a:r>
            <a:r>
              <a:rPr lang="en-GB"/>
              <a:t> 2022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CC27F-F7E7-4CED-87A3-7F0C064106E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9DA1A8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42E1756-C9D7-45B1-A4EF-649D4DDAE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56816" y="6306484"/>
            <a:ext cx="2395728" cy="365125"/>
          </a:xfrm>
        </p:spPr>
        <p:txBody>
          <a:bodyPr/>
          <a:lstStyle>
            <a:lvl1pPr marL="0" indent="0">
              <a:buNone/>
              <a:defRPr sz="1000">
                <a:solidFill>
                  <a:srgbClr val="9DA1A8"/>
                </a:solidFill>
              </a:defRPr>
            </a:lvl1pPr>
          </a:lstStyle>
          <a:p>
            <a:pPr lvl="0"/>
            <a:r>
              <a:rPr lang="en-US"/>
              <a:t>Author</a:t>
            </a:r>
            <a:endParaRPr lang="en-GB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A4C9DC69-D0C1-4776-9CDB-95694FFD0F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2544" y="6306484"/>
            <a:ext cx="5879592" cy="365125"/>
          </a:xfrm>
        </p:spPr>
        <p:txBody>
          <a:bodyPr/>
          <a:lstStyle>
            <a:lvl1pPr marL="0" indent="0">
              <a:buNone/>
              <a:defRPr sz="1000">
                <a:solidFill>
                  <a:srgbClr val="9DA1A8"/>
                </a:solidFill>
              </a:defRPr>
            </a:lvl1pPr>
          </a:lstStyle>
          <a:p>
            <a:pPr lvl="0"/>
            <a:r>
              <a:rPr lang="en-US"/>
              <a:t>Department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6793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B30B47-2BEF-81AD-38F1-620BD6B4F7AA}"/>
              </a:ext>
            </a:extLst>
          </p:cNvPr>
          <p:cNvSpPr/>
          <p:nvPr userDrawn="1"/>
        </p:nvSpPr>
        <p:spPr>
          <a:xfrm>
            <a:off x="6019800" y="0"/>
            <a:ext cx="6172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55A07-0384-727F-2FD5-6D86AF0351D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5441" y="807194"/>
            <a:ext cx="5144289" cy="5369769"/>
          </a:xfrm>
        </p:spPr>
        <p:txBody>
          <a:bodyPr anchor="ctr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General content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6D5A5-E495-18A6-FA02-4C28EC00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441" y="6356350"/>
            <a:ext cx="3005959" cy="365125"/>
          </a:xfrm>
          <a:prstGeom prst="rect">
            <a:avLst/>
          </a:prstGeom>
        </p:spPr>
        <p:txBody>
          <a:bodyPr/>
          <a:lstStyle>
            <a:lvl1pPr>
              <a:defRPr sz="700"/>
            </a:lvl1pPr>
          </a:lstStyle>
          <a:p>
            <a:fld id="{FF73770D-CE34-684F-B828-16718A316C01}" type="datetime1">
              <a:rPr lang="en-US" smtClean="0"/>
              <a:pPr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A2742-55BB-64D9-B5B8-781C7A07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29928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0EB12A-D06F-2C40-BA2B-253A0F986A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C0B53BE-2A6C-2955-49D5-33ADEEFD92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75413" y="1143000"/>
            <a:ext cx="5284787" cy="4283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2289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ingle image_ Full length with tex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6163056" cy="68580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Full size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F4F4C6-6E41-442C-BB9E-9E72BE92D2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py">
            <a:extLst>
              <a:ext uri="{FF2B5EF4-FFF2-40B4-BE49-F238E27FC236}">
                <a16:creationId xmlns:a16="http://schemas.microsoft.com/office/drawing/2014/main" id="{4C028160-C065-2CE3-ABC5-2106B3832E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6585152" y="2763078"/>
            <a:ext cx="5202036" cy="3404359"/>
          </a:xfrm>
        </p:spPr>
        <p:txBody>
          <a:bodyPr tIns="0"/>
          <a:lstStyle>
            <a:lvl2pPr marL="0" indent="0">
              <a:buClr>
                <a:schemeClr val="tx1"/>
              </a:buClr>
              <a:buNone/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9F44A223-9E69-A077-CA24-60ADB04C8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585151" y="1054100"/>
            <a:ext cx="5202036" cy="1354217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Title, Arial Regular, 44 </a:t>
            </a:r>
            <a:r>
              <a:rPr lang="en-US" err="1"/>
              <a:t>pt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781A738-0ED9-DB0F-D34F-7D9208085AB6}"/>
              </a:ext>
            </a:extLst>
          </p:cNvPr>
          <p:cNvGrpSpPr/>
          <p:nvPr userDrawn="1"/>
        </p:nvGrpSpPr>
        <p:grpSpPr>
          <a:xfrm>
            <a:off x="-146821" y="-156737"/>
            <a:ext cx="12499274" cy="7202938"/>
            <a:chOff x="-146821" y="-156737"/>
            <a:chExt cx="12499274" cy="7202938"/>
          </a:xfrm>
          <a:solidFill>
            <a:srgbClr val="CCCCD4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A19D43F-0EE9-CCD5-4E6A-CCD1AD5F9141}"/>
                </a:ext>
              </a:extLst>
            </p:cNvPr>
            <p:cNvGrpSpPr/>
            <p:nvPr userDrawn="1"/>
          </p:nvGrpSpPr>
          <p:grpSpPr>
            <a:xfrm>
              <a:off x="-146821" y="981819"/>
              <a:ext cx="96285" cy="5251767"/>
              <a:chOff x="-146821" y="981819"/>
              <a:chExt cx="96285" cy="5251767"/>
            </a:xfrm>
            <a:grpFill/>
          </p:grpSpPr>
          <p:sp>
            <p:nvSpPr>
              <p:cNvPr id="22" name="Triangle 21">
                <a:extLst>
                  <a:ext uri="{FF2B5EF4-FFF2-40B4-BE49-F238E27FC236}">
                    <a16:creationId xmlns:a16="http://schemas.microsoft.com/office/drawing/2014/main" id="{A985536E-6C8E-5BF0-9436-17A207975190}"/>
                  </a:ext>
                </a:extLst>
              </p:cNvPr>
              <p:cNvSpPr/>
              <p:nvPr userDrawn="1"/>
            </p:nvSpPr>
            <p:spPr>
              <a:xfrm rot="5400000">
                <a:off x="-171669" y="100666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3" name="Triangle 22">
                <a:extLst>
                  <a:ext uri="{FF2B5EF4-FFF2-40B4-BE49-F238E27FC236}">
                    <a16:creationId xmlns:a16="http://schemas.microsoft.com/office/drawing/2014/main" id="{9C7A95AA-B28D-FBE1-DC5E-5728D3B97451}"/>
                  </a:ext>
                </a:extLst>
              </p:cNvPr>
              <p:cNvSpPr/>
              <p:nvPr userDrawn="1"/>
            </p:nvSpPr>
            <p:spPr>
              <a:xfrm rot="5400000">
                <a:off x="-171669" y="6112453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7277076-4AED-59A4-6353-6497F219AC46}"/>
                </a:ext>
              </a:extLst>
            </p:cNvPr>
            <p:cNvGrpSpPr/>
            <p:nvPr userDrawn="1"/>
          </p:nvGrpSpPr>
          <p:grpSpPr>
            <a:xfrm>
              <a:off x="6110692" y="-156737"/>
              <a:ext cx="5746481" cy="7199607"/>
              <a:chOff x="6110692" y="-156737"/>
              <a:chExt cx="5746481" cy="7199607"/>
            </a:xfrm>
            <a:grpFill/>
          </p:grpSpPr>
          <p:sp>
            <p:nvSpPr>
              <p:cNvPr id="18" name="Triangle 17">
                <a:extLst>
                  <a:ext uri="{FF2B5EF4-FFF2-40B4-BE49-F238E27FC236}">
                    <a16:creationId xmlns:a16="http://schemas.microsoft.com/office/drawing/2014/main" id="{A1F480D4-4FE9-A0FA-FE52-6F0C3D087BE0}"/>
                  </a:ext>
                </a:extLst>
              </p:cNvPr>
              <p:cNvSpPr/>
              <p:nvPr userDrawn="1"/>
            </p:nvSpPr>
            <p:spPr>
              <a:xfrm rot="10800000">
                <a:off x="6492735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9" name="Triangle 18">
                <a:extLst>
                  <a:ext uri="{FF2B5EF4-FFF2-40B4-BE49-F238E27FC236}">
                    <a16:creationId xmlns:a16="http://schemas.microsoft.com/office/drawing/2014/main" id="{FF6D7666-37F3-7872-F740-A0C4DFEAF7F7}"/>
                  </a:ext>
                </a:extLst>
              </p:cNvPr>
              <p:cNvSpPr/>
              <p:nvPr userDrawn="1"/>
            </p:nvSpPr>
            <p:spPr>
              <a:xfrm rot="10800000">
                <a:off x="117111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1" name="Triangle 20">
                <a:extLst>
                  <a:ext uri="{FF2B5EF4-FFF2-40B4-BE49-F238E27FC236}">
                    <a16:creationId xmlns:a16="http://schemas.microsoft.com/office/drawing/2014/main" id="{06BF981E-1E73-DB08-AA46-232E4E265907}"/>
                  </a:ext>
                </a:extLst>
              </p:cNvPr>
              <p:cNvSpPr/>
              <p:nvPr userDrawn="1"/>
            </p:nvSpPr>
            <p:spPr>
              <a:xfrm rot="10800000">
                <a:off x="6110692" y="-156737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4" name="Triangle 23">
                <a:extLst>
                  <a:ext uri="{FF2B5EF4-FFF2-40B4-BE49-F238E27FC236}">
                    <a16:creationId xmlns:a16="http://schemas.microsoft.com/office/drawing/2014/main" id="{971469EC-BF89-D65F-527D-B58C103253FF}"/>
                  </a:ext>
                </a:extLst>
              </p:cNvPr>
              <p:cNvSpPr/>
              <p:nvPr userDrawn="1"/>
            </p:nvSpPr>
            <p:spPr>
              <a:xfrm>
                <a:off x="6492735" y="694658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25" name="Triangle 24">
                <a:extLst>
                  <a:ext uri="{FF2B5EF4-FFF2-40B4-BE49-F238E27FC236}">
                    <a16:creationId xmlns:a16="http://schemas.microsoft.com/office/drawing/2014/main" id="{2F80F2A4-C4E0-43AE-53B5-77A71C1AD812}"/>
                  </a:ext>
                </a:extLst>
              </p:cNvPr>
              <p:cNvSpPr/>
              <p:nvPr userDrawn="1"/>
            </p:nvSpPr>
            <p:spPr>
              <a:xfrm>
                <a:off x="6110692" y="6946585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E42BBB-7DC8-B926-0265-46ED3BABBD4A}"/>
                </a:ext>
              </a:extLst>
            </p:cNvPr>
            <p:cNvGrpSpPr/>
            <p:nvPr userDrawn="1"/>
          </p:nvGrpSpPr>
          <p:grpSpPr>
            <a:xfrm rot="10800000">
              <a:off x="12256168" y="981819"/>
              <a:ext cx="96285" cy="5251767"/>
              <a:chOff x="-146821" y="995266"/>
              <a:chExt cx="96285" cy="5251767"/>
            </a:xfrm>
            <a:grpFill/>
          </p:grpSpPr>
          <p:sp>
            <p:nvSpPr>
              <p:cNvPr id="15" name="Triangle 14">
                <a:extLst>
                  <a:ext uri="{FF2B5EF4-FFF2-40B4-BE49-F238E27FC236}">
                    <a16:creationId xmlns:a16="http://schemas.microsoft.com/office/drawing/2014/main" id="{8DDE26B4-42D4-AAF9-847F-1E8E2A9E0A00}"/>
                  </a:ext>
                </a:extLst>
              </p:cNvPr>
              <p:cNvSpPr/>
              <p:nvPr userDrawn="1"/>
            </p:nvSpPr>
            <p:spPr>
              <a:xfrm rot="5400000">
                <a:off x="-171669" y="1020114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  <p:sp>
            <p:nvSpPr>
              <p:cNvPr id="16" name="Triangle 15">
                <a:extLst>
                  <a:ext uri="{FF2B5EF4-FFF2-40B4-BE49-F238E27FC236}">
                    <a16:creationId xmlns:a16="http://schemas.microsoft.com/office/drawing/2014/main" id="{6A97F01F-8543-BA35-2F91-8B52A5F511D2}"/>
                  </a:ext>
                </a:extLst>
              </p:cNvPr>
              <p:cNvSpPr/>
              <p:nvPr userDrawn="1"/>
            </p:nvSpPr>
            <p:spPr>
              <a:xfrm rot="5400000">
                <a:off x="-171669" y="6125900"/>
                <a:ext cx="145981" cy="9628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/>
              </a:p>
            </p:txBody>
          </p:sp>
        </p:grp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2FCB4356-CA5A-54B8-7A36-7C2EA1E1575A}"/>
                </a:ext>
              </a:extLst>
            </p:cNvPr>
            <p:cNvSpPr/>
            <p:nvPr userDrawn="1"/>
          </p:nvSpPr>
          <p:spPr>
            <a:xfrm>
              <a:off x="11711192" y="6949916"/>
              <a:ext cx="145981" cy="962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8563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0" pos="7425">
          <p15:clr>
            <a:srgbClr val="FBAE40"/>
          </p15:clr>
        </p15:guide>
        <p15:guide id="12" orient="horz" pos="647">
          <p15:clr>
            <a:srgbClr val="FBAE40"/>
          </p15:clr>
        </p15:guide>
        <p15:guide id="17" orient="horz" pos="3885">
          <p15:clr>
            <a:srgbClr val="FBAE40"/>
          </p15:clr>
        </p15:guide>
        <p15:guide id="19" pos="4138">
          <p15:clr>
            <a:srgbClr val="FBAE40"/>
          </p15:clr>
        </p15:guide>
        <p15:guide id="20" pos="3890">
          <p15:clr>
            <a:srgbClr val="FBAE40"/>
          </p15:clr>
        </p15:guide>
        <p15:guide id="21" pos="24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lang="en-US" sz="900" b="0" i="0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Unrestricted | © Siemens 20XX | Author | Department | YYYY-MM-DD</a:t>
            </a:r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9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  <p:sldLayoutId id="2147483752" r:id="rId19"/>
    <p:sldLayoutId id="2147483753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760" r:id="rId27"/>
    <p:sldLayoutId id="2147483761" r:id="rId28"/>
    <p:sldLayoutId id="2147483762" r:id="rId29"/>
    <p:sldLayoutId id="2147483763" r:id="rId30"/>
    <p:sldLayoutId id="2147483764" r:id="rId31"/>
    <p:sldLayoutId id="2147483783" r:id="rId32"/>
    <p:sldLayoutId id="2147483785" r:id="rId33"/>
    <p:sldLayoutId id="2147483981" r:id="rId34"/>
    <p:sldLayoutId id="2147484369" r:id="rId35"/>
    <p:sldLayoutId id="2147484375" r:id="rId36"/>
    <p:sldLayoutId id="2147484376" r:id="rId37"/>
    <p:sldLayoutId id="2147484377" r:id="rId38"/>
    <p:sldLayoutId id="2147484378" r:id="rId39"/>
    <p:sldLayoutId id="2147484379" r:id="rId40"/>
    <p:sldLayoutId id="2147484380" r:id="rId41"/>
    <p:sldLayoutId id="2147484381" r:id="rId42"/>
    <p:sldLayoutId id="2147484382" r:id="rId43"/>
    <p:sldLayoutId id="2147484383" r:id="rId44"/>
    <p:sldLayoutId id="2147484384" r:id="rId45"/>
    <p:sldLayoutId id="2147484385" r:id="rId46"/>
    <p:sldLayoutId id="2147484386" r:id="rId47"/>
    <p:sldLayoutId id="2147484387" r:id="rId48"/>
    <p:sldLayoutId id="2147484388" r:id="rId49"/>
    <p:sldLayoutId id="2147484389" r:id="rId50"/>
    <p:sldLayoutId id="2147484390" r:id="rId51"/>
    <p:sldLayoutId id="2147484391" r:id="rId52"/>
    <p:sldLayoutId id="2147484410" r:id="rId53"/>
    <p:sldLayoutId id="2147484411" r:id="rId54"/>
    <p:sldLayoutId id="2147484304" r:id="rId55"/>
    <p:sldLayoutId id="2147484315" r:id="rId56"/>
    <p:sldLayoutId id="2147484331" r:id="rId5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HALLENGER 2021" val="OL2nfYY1"/>
  <p:tag name="ARTICULATE_DESIGN_ID_VILT" val="38t193h6"/>
  <p:tag name="ARTICULATE_PROJECT_OPEN" val="0"/>
  <p:tag name="ARTICULATE_SLIDE_COUNT" val="17"/>
  <p:tag name="ARTICULATE_SLIDE_THUMBNAIL_REFRESH" val="1"/>
</p:tagLst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C1B6"/>
      </a:hlink>
      <a:folHlink>
        <a:srgbClr val="00C1B6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000119-3D44-4440-97A1-33187E0FDCA6}">
  <we:reference id="d919d06f-37f2-41f1-9161-141fbf7ae907" version="2.0.0.4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7c4f8d1-5646-459a-9454-fda3ec71d8c5" xsi:nil="true"/>
    <lcf76f155ced4ddcb4097134ff3c332f xmlns="e3b9a9e4-5cf2-44ed-b2f3-8697806e7c5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E4A84F85501ECE4DBB4FA81AB558E676" ma:contentTypeVersion="22" ma:contentTypeDescription="Create a new document." ma:contentTypeScope="" ma:versionID="76559f244ce5026682b23e8511038fac">
  <xsd:schema xmlns:xsd="http://www.w3.org/2001/XMLSchema" xmlns:xs="http://www.w3.org/2001/XMLSchema" xmlns:p="http://schemas.microsoft.com/office/2006/metadata/properties" xmlns:ns2="e3b9a9e4-5cf2-44ed-b2f3-8697806e7c54" xmlns:ns3="47c4f8d1-5646-459a-9454-fda3ec71d8c5" targetNamespace="http://schemas.microsoft.com/office/2006/metadata/properties" ma:root="true" ma:fieldsID="f678609c5ae2280432f4cf9f79ff089d" ns2:_="" ns3:_="">
    <xsd:import namespace="e3b9a9e4-5cf2-44ed-b2f3-8697806e7c54"/>
    <xsd:import namespace="47c4f8d1-5646-459a-9454-fda3ec71d8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b9a9e4-5cf2-44ed-b2f3-8697806e7c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9" nillable="true" ma:taxonomy="true" ma:internalName="lcf76f155ced4ddcb4097134ff3c332f" ma:taxonomyFieldName="MediaServiceImageTags" ma:displayName="图像标记" ma:readOnly="false" ma:fieldId="{5cf76f15-5ced-4ddc-b409-7134ff3c332f}" ma:taxonomyMulti="true" ma:sspId="e63edab7-d5f1-4c02-989a-0e8ed7c6c3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c4f8d1-5646-459a-9454-fda3ec71d8c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3818d46-964f-49b9-af03-fb7e48939317}" ma:internalName="TaxCatchAll" ma:showField="CatchAllData" ma:web="47c4f8d1-5646-459a-9454-fda3ec71d8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8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77D400-22FF-4529-B4FF-E513709513E3}">
  <ds:schemaRefs>
    <ds:schemaRef ds:uri="http://purl.org/dc/terms/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2006/documentManagement/types"/>
    <ds:schemaRef ds:uri="47c4f8d1-5646-459a-9454-fda3ec71d8c5"/>
    <ds:schemaRef ds:uri="http://schemas.microsoft.com/office/infopath/2007/PartnerControls"/>
    <ds:schemaRef ds:uri="http://schemas.openxmlformats.org/package/2006/metadata/core-properties"/>
    <ds:schemaRef ds:uri="e3b9a9e4-5cf2-44ed-b2f3-8697806e7c54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EEF3FAD-30AE-4F44-B667-40EAD91151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34B037-AF57-4EBB-9512-F80138EC64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b9a9e4-5cf2-44ed-b2f3-8697806e7c54"/>
    <ds:schemaRef ds:uri="47c4f8d1-5646-459a-9454-fda3ec71d8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f75f480-7803-4ee9-bb54-84d0635fdbe7}" enabled="1" method="Privilege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Challenger-PPT-Template (2021)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Arial Monospaced</vt:lpstr>
      <vt:lpstr>Signifier Light</vt:lpstr>
      <vt:lpstr>Siemens 2022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Up: Prospecting</dc:title>
  <dc:creator>Kathryn Minock</dc:creator>
  <cp:lastModifiedBy>Chee, Clinton (DI SW GS&amp;CS MXRM APAC PRS T2)</cp:lastModifiedBy>
  <cp:revision>43</cp:revision>
  <dcterms:created xsi:type="dcterms:W3CDTF">2021-07-12T17:21:31Z</dcterms:created>
  <dcterms:modified xsi:type="dcterms:W3CDTF">2026-05-18T00:52:03Z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C24E576A-078E-425D-AF54-6668230A317A</vt:lpwstr>
  </property>
  <property fmtid="{D5CDD505-2E9C-101B-9397-08002B2CF9AE}" pid="3" name="ArticulatePath">
    <vt:lpwstr>https://challengerinc-my.sharepoint.com/personal/kathryn_minock_challengerinc_com/Documents/Documents/Desktop/16 9 update</vt:lpwstr>
  </property>
  <property fmtid="{D5CDD505-2E9C-101B-9397-08002B2CF9AE}" pid="4" name="ContentTypeId">
    <vt:lpwstr>0x010100E4A84F85501ECE4DBB4FA81AB558E676</vt:lpwstr>
  </property>
  <property fmtid="{D5CDD505-2E9C-101B-9397-08002B2CF9AE}" pid="5" name="MediaServiceImageTags">
    <vt:lpwstr/>
  </property>
  <property fmtid="{D5CDD505-2E9C-101B-9397-08002B2CF9AE}" pid="6" name="Order">
    <vt:lpwstr>81000.0000000000</vt:lpwstr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  <property fmtid="{D5CDD505-2E9C-101B-9397-08002B2CF9AE}" pid="14" name="xd_Signature">
    <vt:lpwstr/>
  </property>
</Properties>
</file>